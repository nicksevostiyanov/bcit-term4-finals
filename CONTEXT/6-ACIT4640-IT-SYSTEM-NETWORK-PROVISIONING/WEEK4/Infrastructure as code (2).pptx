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</p:sldIdLst>
  <p:sldSz cx="12192000" cy="6858000"/>
  <p:notesSz cx="6858000" cy="9144000"/>
  <p:embeddedFontLst>
    <p:embeddedFont>
      <p:font typeface="Century Gothic" panose="020B0502020202020204" pitchFamily="34" charset="0"/>
      <p:regular r:id="rId34"/>
      <p:bold r:id="rId35"/>
      <p:italic r:id="rId36"/>
      <p:boldItalic r:id="rId37"/>
    </p:embeddedFont>
    <p:embeddedFont>
      <p:font typeface="Montserrat" pitchFamily="2" charset="77"/>
      <p:regular r:id="rId38"/>
      <p:bold r:id="rId39"/>
      <p:italic r:id="rId40"/>
      <p:boldItalic r:id="rId41"/>
    </p:embeddedFont>
    <p:embeddedFont>
      <p:font typeface="Permanent Marker" panose="02000000000000000000" pitchFamily="2" charset="0"/>
      <p:regular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8" roundtripDataSignature="AMtx7mgNGS5SGkfPHYrJTyEowK7tYvSp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A4FA31B-89D0-4A84-9B37-D9E5FC9E893A}">
  <a:tblStyle styleId="{8A4FA31B-89D0-4A84-9B37-D9E5FC9E893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00"/>
    <p:restoredTop sz="94657"/>
  </p:normalViewPr>
  <p:slideViewPr>
    <p:cSldViewPr snapToGrid="0">
      <p:cViewPr varScale="1">
        <p:scale>
          <a:sx n="125" d="100"/>
          <a:sy n="125" d="100"/>
        </p:scale>
        <p:origin x="16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8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20" Type="http://schemas.openxmlformats.org/officeDocument/2006/relationships/slide" Target="slides/slide19.xml"/><Relationship Id="rId41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1" name="Google Shape;2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1bc4a20da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7" name="Google Shape;257;g1bc4a20da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3" name="Google Shape;26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1fc6489f100_1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70" name="Google Shape;270;g1fc6489f100_1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1fad0cd2aa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77" name="Google Shape;277;g1fad0cd2aa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1bc4a20da6c_1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800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4" name="Google Shape;284;g1bc4a20da6c_1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1fad0cd2aa2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2" name="Google Shape;292;g1fad0cd2aa2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1fc6489f100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9" name="Google Shape;299;g1fc6489f100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fc6489f100_1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6" name="Google Shape;306;g1fc6489f100_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1fc6489f100_1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13" name="Google Shape;313;g1fc6489f100_1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1fc6489f100_1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20" name="Google Shape;320;g1fc6489f100_1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1fc6489f100_1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27" name="Google Shape;327;g1fc6489f100_1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1fc6489f100_1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0" name="Google Shape;340;g1fc6489f100_1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1fc6489f100_1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100"/>
              <a:buNone/>
            </a:pPr>
            <a:endParaRPr sz="1200">
              <a:solidFill>
                <a:srgbClr val="3B3D45"/>
              </a:solidFill>
            </a:endParaRPr>
          </a:p>
        </p:txBody>
      </p:sp>
      <p:sp>
        <p:nvSpPr>
          <p:cNvPr id="346" name="Google Shape;346;g1fc6489f100_1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1fc6489f100_1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rgbClr val="3B3D45"/>
              </a:solidFill>
            </a:endParaRPr>
          </a:p>
        </p:txBody>
      </p:sp>
      <p:sp>
        <p:nvSpPr>
          <p:cNvPr id="353" name="Google Shape;353;g1fc6489f100_1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1fc6489f100_1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rgbClr val="3B3D45"/>
              </a:solidFill>
            </a:endParaRPr>
          </a:p>
        </p:txBody>
      </p:sp>
      <p:sp>
        <p:nvSpPr>
          <p:cNvPr id="360" name="Google Shape;360;g1fc6489f100_1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1fc6489f100_1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rgbClr val="3B3D45"/>
              </a:solidFill>
            </a:endParaRPr>
          </a:p>
        </p:txBody>
      </p:sp>
      <p:sp>
        <p:nvSpPr>
          <p:cNvPr id="368" name="Google Shape;368;g1fc6489f100_1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1fc6489f100_1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5" name="Google Shape;375;g1fc6489f100_1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1fc6489f100_1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8750"/>
              </a:lnSpc>
              <a:spcBef>
                <a:spcPts val="3000"/>
              </a:spcBef>
              <a:spcAft>
                <a:spcPts val="3000"/>
              </a:spcAft>
              <a:buNone/>
            </a:pPr>
            <a:endParaRPr sz="1200">
              <a:solidFill>
                <a:srgbClr val="3B3D45"/>
              </a:solidFill>
            </a:endParaRPr>
          </a:p>
        </p:txBody>
      </p:sp>
      <p:sp>
        <p:nvSpPr>
          <p:cNvPr id="381" name="Google Shape;381;g1fc6489f100_1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1fcdc4908fe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9000"/>
              </a:lnSpc>
              <a:spcBef>
                <a:spcPts val="400"/>
              </a:spcBef>
              <a:spcAft>
                <a:spcPts val="400"/>
              </a:spcAft>
              <a:buNone/>
            </a:pPr>
            <a:endParaRPr sz="1200">
              <a:solidFill>
                <a:srgbClr val="3B3D45"/>
              </a:solidFill>
            </a:endParaRPr>
          </a:p>
        </p:txBody>
      </p:sp>
      <p:sp>
        <p:nvSpPr>
          <p:cNvPr id="388" name="Google Shape;388;g1fcdc4908fe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1fcdc4908fe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5" name="Google Shape;395;g1fcdc4908fe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1fcdc4908fe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8750"/>
              </a:lnSpc>
              <a:spcBef>
                <a:spcPts val="3000"/>
              </a:spcBef>
              <a:spcAft>
                <a:spcPts val="3000"/>
              </a:spcAft>
              <a:buNone/>
            </a:pPr>
            <a:endParaRPr sz="1200">
              <a:solidFill>
                <a:srgbClr val="3B3D45"/>
              </a:solidFill>
            </a:endParaRPr>
          </a:p>
        </p:txBody>
      </p:sp>
      <p:sp>
        <p:nvSpPr>
          <p:cNvPr id="401" name="Google Shape;401;g1fcdc4908fe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1fe014c6ef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8750"/>
              </a:lnSpc>
              <a:spcBef>
                <a:spcPts val="3000"/>
              </a:spcBef>
              <a:spcAft>
                <a:spcPts val="3000"/>
              </a:spcAft>
              <a:buNone/>
            </a:pPr>
            <a:endParaRPr sz="1200">
              <a:solidFill>
                <a:srgbClr val="3B3D45"/>
              </a:solidFill>
            </a:endParaRPr>
          </a:p>
        </p:txBody>
      </p:sp>
      <p:sp>
        <p:nvSpPr>
          <p:cNvPr id="409" name="Google Shape;409;g1fe014c6ef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1fcdc4908fe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9000"/>
              </a:lnSpc>
              <a:spcBef>
                <a:spcPts val="0"/>
              </a:spcBef>
              <a:spcAft>
                <a:spcPts val="300"/>
              </a:spcAft>
              <a:buNone/>
            </a:pPr>
            <a:endParaRPr sz="1200">
              <a:solidFill>
                <a:srgbClr val="3B3D45"/>
              </a:solidFill>
            </a:endParaRPr>
          </a:p>
        </p:txBody>
      </p:sp>
      <p:sp>
        <p:nvSpPr>
          <p:cNvPr id="416" name="Google Shape;416;g1fcdc4908fe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1fcdc4908fe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875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200">
              <a:solidFill>
                <a:srgbClr val="3B3D45"/>
              </a:solidFill>
            </a:endParaRPr>
          </a:p>
        </p:txBody>
      </p:sp>
      <p:sp>
        <p:nvSpPr>
          <p:cNvPr id="423" name="Google Shape;423;g1fcdc4908fe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1fcdc4908fe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875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200">
              <a:solidFill>
                <a:srgbClr val="3B3D45"/>
              </a:solidFill>
            </a:endParaRPr>
          </a:p>
        </p:txBody>
      </p:sp>
      <p:sp>
        <p:nvSpPr>
          <p:cNvPr id="431" name="Google Shape;431;g1fcdc4908fe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1fcdc4908fe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875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200">
              <a:solidFill>
                <a:srgbClr val="3B3D45"/>
              </a:solidFill>
            </a:endParaRPr>
          </a:p>
        </p:txBody>
      </p:sp>
      <p:sp>
        <p:nvSpPr>
          <p:cNvPr id="439" name="Google Shape;439;g1fcdc4908fe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1fcdc4908fe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875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200">
              <a:solidFill>
                <a:schemeClr val="dk1"/>
              </a:solidFill>
            </a:endParaRPr>
          </a:p>
        </p:txBody>
      </p:sp>
      <p:sp>
        <p:nvSpPr>
          <p:cNvPr id="446" name="Google Shape;446;g1fcdc4908fe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1fcdc4908fe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8750"/>
              </a:lnSpc>
              <a:spcBef>
                <a:spcPts val="3000"/>
              </a:spcBef>
              <a:spcAft>
                <a:spcPts val="3000"/>
              </a:spcAft>
              <a:buNone/>
            </a:pPr>
            <a:endParaRPr sz="1200">
              <a:solidFill>
                <a:srgbClr val="3B3D45"/>
              </a:solidFill>
            </a:endParaRPr>
          </a:p>
        </p:txBody>
      </p:sp>
      <p:sp>
        <p:nvSpPr>
          <p:cNvPr id="453" name="Google Shape;453;g1fcdc4908fe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1fcdc4908fe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8750"/>
              </a:lnSpc>
              <a:spcBef>
                <a:spcPts val="3000"/>
              </a:spcBef>
              <a:spcAft>
                <a:spcPts val="3000"/>
              </a:spcAft>
              <a:buNone/>
            </a:pPr>
            <a:endParaRPr sz="1200">
              <a:solidFill>
                <a:srgbClr val="3B3D45"/>
              </a:solidFill>
            </a:endParaRPr>
          </a:p>
        </p:txBody>
      </p:sp>
      <p:sp>
        <p:nvSpPr>
          <p:cNvPr id="460" name="Google Shape;460;g1fcdc4908fe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1fcdc4908fe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7" name="Google Shape;467;g1fcdc4908fe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31"/>
          <p:cNvGrpSpPr/>
          <p:nvPr/>
        </p:nvGrpSpPr>
        <p:grpSpPr>
          <a:xfrm>
            <a:off x="0" y="-2373"/>
            <a:ext cx="12192011" cy="6867027"/>
            <a:chOff x="0" y="-2373"/>
            <a:chExt cx="12192011" cy="6867027"/>
          </a:xfrm>
        </p:grpSpPr>
        <p:sp>
          <p:nvSpPr>
            <p:cNvPr id="24" name="Google Shape;24;p3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31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F7F7F7">
                    <a:alpha val="10196"/>
                  </a:srgbClr>
                </a:gs>
                <a:gs pos="36000">
                  <a:srgbClr val="F7F7F7">
                    <a:alpha val="9019"/>
                  </a:srgbClr>
                </a:gs>
                <a:gs pos="75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31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F7F7F7">
                    <a:alpha val="7058"/>
                  </a:srgbClr>
                </a:gs>
                <a:gs pos="36000">
                  <a:srgbClr val="F7F7F7">
                    <a:alpha val="7058"/>
                  </a:srgbClr>
                </a:gs>
                <a:gs pos="72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1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F7F7F7">
                    <a:alpha val="5882"/>
                  </a:srgbClr>
                </a:gs>
                <a:gs pos="36000">
                  <a:srgbClr val="F7F7F7">
                    <a:alpha val="5098"/>
                  </a:srgbClr>
                </a:gs>
                <a:gs pos="69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31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F7F7F7">
                    <a:alpha val="12941"/>
                  </a:srgbClr>
                </a:gs>
                <a:gs pos="36000">
                  <a:srgbClr val="F7F7F7">
                    <a:alpha val="5882"/>
                  </a:srgbClr>
                </a:gs>
                <a:gs pos="73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31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>
              <a:gsLst>
                <a:gs pos="0">
                  <a:srgbClr val="F7F7F7">
                    <a:alpha val="12941"/>
                  </a:srgbClr>
                </a:gs>
                <a:gs pos="36000">
                  <a:srgbClr val="F7F7F7">
                    <a:alpha val="5882"/>
                  </a:srgbClr>
                </a:gs>
                <a:gs pos="66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31"/>
            <p:cNvSpPr/>
            <p:nvPr/>
          </p:nvSpPr>
          <p:spPr>
            <a:xfrm>
              <a:off x="0" y="1587"/>
              <a:ext cx="12192011" cy="6856413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1" name="Google Shape;31;p31"/>
          <p:cNvSpPr txBox="1">
            <a:spLocks noGrp="1"/>
          </p:cNvSpPr>
          <p:nvPr>
            <p:ph type="ctrTitle"/>
          </p:nvPr>
        </p:nvSpPr>
        <p:spPr>
          <a:xfrm>
            <a:off x="1154955" y="2099733"/>
            <a:ext cx="8825700" cy="26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400"/>
              <a:buFont typeface="Century Gothic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1"/>
          <p:cNvSpPr txBox="1">
            <a:spLocks noGrp="1"/>
          </p:cNvSpPr>
          <p:nvPr>
            <p:ph type="subTitle" idx="1"/>
          </p:nvPr>
        </p:nvSpPr>
        <p:spPr>
          <a:xfrm>
            <a:off x="1154955" y="4777380"/>
            <a:ext cx="8825700" cy="8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cap="none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31"/>
          <p:cNvSpPr txBox="1">
            <a:spLocks noGrp="1"/>
          </p:cNvSpPr>
          <p:nvPr>
            <p:ph type="dt" idx="10"/>
          </p:nvPr>
        </p:nvSpPr>
        <p:spPr>
          <a:xfrm rot="5400000">
            <a:off x="10089389" y="1792223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1"/>
          <p:cNvSpPr txBox="1">
            <a:spLocks noGrp="1"/>
          </p:cNvSpPr>
          <p:nvPr>
            <p:ph type="ftr" idx="11"/>
          </p:nvPr>
        </p:nvSpPr>
        <p:spPr>
          <a:xfrm rot="5400000">
            <a:off x="8959590" y="3226823"/>
            <a:ext cx="3859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1"/>
          <p:cNvSpPr txBox="1">
            <a:spLocks noGrp="1"/>
          </p:cNvSpPr>
          <p:nvPr>
            <p:ph type="sldNum" idx="12"/>
          </p:nvPr>
        </p:nvSpPr>
        <p:spPr>
          <a:xfrm>
            <a:off x="10351008" y="292608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oogle Shape;37;p33"/>
          <p:cNvGrpSpPr/>
          <p:nvPr/>
        </p:nvGrpSpPr>
        <p:grpSpPr>
          <a:xfrm>
            <a:off x="0" y="-2373"/>
            <a:ext cx="12192011" cy="6867027"/>
            <a:chOff x="0" y="-2373"/>
            <a:chExt cx="12192011" cy="6867027"/>
          </a:xfrm>
        </p:grpSpPr>
        <p:sp>
          <p:nvSpPr>
            <p:cNvPr id="38" name="Google Shape;38;p3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3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F7F7F7">
                    <a:alpha val="10196"/>
                  </a:srgbClr>
                </a:gs>
                <a:gs pos="36000">
                  <a:srgbClr val="F7F7F7">
                    <a:alpha val="9019"/>
                  </a:srgbClr>
                </a:gs>
                <a:gs pos="75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3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F7F7F7">
                    <a:alpha val="7058"/>
                  </a:srgbClr>
                </a:gs>
                <a:gs pos="36000">
                  <a:srgbClr val="F7F7F7">
                    <a:alpha val="7058"/>
                  </a:srgbClr>
                </a:gs>
                <a:gs pos="72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3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F7F7F7">
                    <a:alpha val="5882"/>
                  </a:srgbClr>
                </a:gs>
                <a:gs pos="36000">
                  <a:srgbClr val="F7F7F7">
                    <a:alpha val="5098"/>
                  </a:srgbClr>
                </a:gs>
                <a:gs pos="69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33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F7F7F7">
                    <a:alpha val="12941"/>
                  </a:srgbClr>
                </a:gs>
                <a:gs pos="36000">
                  <a:srgbClr val="F7F7F7">
                    <a:alpha val="5882"/>
                  </a:srgbClr>
                </a:gs>
                <a:gs pos="73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33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>
              <a:gsLst>
                <a:gs pos="0">
                  <a:srgbClr val="F7F7F7">
                    <a:alpha val="12941"/>
                  </a:srgbClr>
                </a:gs>
                <a:gs pos="36000">
                  <a:srgbClr val="F7F7F7">
                    <a:alpha val="5882"/>
                  </a:srgbClr>
                </a:gs>
                <a:gs pos="66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33"/>
            <p:cNvSpPr/>
            <p:nvPr/>
          </p:nvSpPr>
          <p:spPr>
            <a:xfrm>
              <a:off x="7289800" y="402165"/>
              <a:ext cx="4479000" cy="6053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33"/>
            <p:cNvSpPr/>
            <p:nvPr/>
          </p:nvSpPr>
          <p:spPr>
            <a:xfrm rot="-5677505">
              <a:off x="4698346" y="1826074"/>
              <a:ext cx="3299419" cy="440920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33"/>
            <p:cNvSpPr/>
            <p:nvPr/>
          </p:nvSpPr>
          <p:spPr>
            <a:xfrm rot="-5400000">
              <a:off x="3787243" y="2801717"/>
              <a:ext cx="6053675" cy="1254560"/>
            </a:xfrm>
            <a:custGeom>
              <a:avLst/>
              <a:gdLst/>
              <a:ahLst/>
              <a:cxnLst/>
              <a:rect l="l" t="t" r="r" b="b"/>
              <a:pathLst>
                <a:path w="10000" h="8000" extrusionOk="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Google Shape;47;p33"/>
            <p:cNvSpPr/>
            <p:nvPr/>
          </p:nvSpPr>
          <p:spPr>
            <a:xfrm>
              <a:off x="0" y="1587"/>
              <a:ext cx="12192011" cy="6856413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8" name="Google Shape;48;p33"/>
          <p:cNvSpPr txBox="1">
            <a:spLocks noGrp="1"/>
          </p:cNvSpPr>
          <p:nvPr>
            <p:ph type="title"/>
          </p:nvPr>
        </p:nvSpPr>
        <p:spPr>
          <a:xfrm>
            <a:off x="1154956" y="2677645"/>
            <a:ext cx="4350900" cy="22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sz="40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3"/>
          <p:cNvSpPr txBox="1">
            <a:spLocks noGrp="1"/>
          </p:cNvSpPr>
          <p:nvPr>
            <p:ph type="body" idx="1"/>
          </p:nvPr>
        </p:nvSpPr>
        <p:spPr>
          <a:xfrm>
            <a:off x="6895558" y="2677644"/>
            <a:ext cx="3755400" cy="22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0" name="Google Shape;50;p33"/>
          <p:cNvSpPr txBox="1">
            <a:spLocks noGrp="1"/>
          </p:cNvSpPr>
          <p:nvPr>
            <p:ph type="dt" idx="10"/>
          </p:nvPr>
        </p:nvSpPr>
        <p:spPr>
          <a:xfrm>
            <a:off x="10650938" y="6394061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3"/>
          <p:cNvSpPr txBox="1">
            <a:spLocks noGrp="1"/>
          </p:cNvSpPr>
          <p:nvPr>
            <p:ph type="ftr" idx="11"/>
          </p:nvPr>
        </p:nvSpPr>
        <p:spPr>
          <a:xfrm>
            <a:off x="528358" y="6391838"/>
            <a:ext cx="3859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31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33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2"/>
          <p:cNvSpPr txBox="1">
            <a:spLocks noGrp="1"/>
          </p:cNvSpPr>
          <p:nvPr>
            <p:ph type="title"/>
          </p:nvPr>
        </p:nvSpPr>
        <p:spPr>
          <a:xfrm>
            <a:off x="1154953" y="973668"/>
            <a:ext cx="8761500" cy="7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2"/>
          <p:cNvSpPr txBox="1">
            <a:spLocks noGrp="1"/>
          </p:cNvSpPr>
          <p:nvPr>
            <p:ph type="body" idx="1"/>
          </p:nvPr>
        </p:nvSpPr>
        <p:spPr>
          <a:xfrm>
            <a:off x="1154955" y="2603500"/>
            <a:ext cx="8761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57" name="Google Shape;57;p32"/>
          <p:cNvSpPr txBox="1">
            <a:spLocks noGrp="1"/>
          </p:cNvSpPr>
          <p:nvPr>
            <p:ph type="dt" idx="10"/>
          </p:nvPr>
        </p:nvSpPr>
        <p:spPr>
          <a:xfrm>
            <a:off x="10650938" y="6394061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32"/>
          <p:cNvSpPr txBox="1">
            <a:spLocks noGrp="1"/>
          </p:cNvSpPr>
          <p:nvPr>
            <p:ph type="ftr" idx="11"/>
          </p:nvPr>
        </p:nvSpPr>
        <p:spPr>
          <a:xfrm>
            <a:off x="528358" y="6391838"/>
            <a:ext cx="3859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2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7"/>
          <p:cNvSpPr txBox="1">
            <a:spLocks noGrp="1"/>
          </p:cNvSpPr>
          <p:nvPr>
            <p:ph type="dt" idx="10"/>
          </p:nvPr>
        </p:nvSpPr>
        <p:spPr>
          <a:xfrm>
            <a:off x="10650938" y="6394061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37"/>
          <p:cNvSpPr txBox="1">
            <a:spLocks noGrp="1"/>
          </p:cNvSpPr>
          <p:nvPr>
            <p:ph type="ftr" idx="11"/>
          </p:nvPr>
        </p:nvSpPr>
        <p:spPr>
          <a:xfrm>
            <a:off x="528358" y="6391838"/>
            <a:ext cx="3859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7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31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37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4"/>
          <p:cNvSpPr txBox="1">
            <a:spLocks noGrp="1"/>
          </p:cNvSpPr>
          <p:nvPr>
            <p:ph type="title"/>
          </p:nvPr>
        </p:nvSpPr>
        <p:spPr>
          <a:xfrm>
            <a:off x="1154953" y="973668"/>
            <a:ext cx="8761500" cy="7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4"/>
          <p:cNvSpPr txBox="1">
            <a:spLocks noGrp="1"/>
          </p:cNvSpPr>
          <p:nvPr>
            <p:ph type="body" idx="1"/>
          </p:nvPr>
        </p:nvSpPr>
        <p:spPr>
          <a:xfrm>
            <a:off x="1154954" y="2603500"/>
            <a:ext cx="48252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68" name="Google Shape;68;p34"/>
          <p:cNvSpPr txBox="1">
            <a:spLocks noGrp="1"/>
          </p:cNvSpPr>
          <p:nvPr>
            <p:ph type="body" idx="2"/>
          </p:nvPr>
        </p:nvSpPr>
        <p:spPr>
          <a:xfrm>
            <a:off x="6208712" y="2603500"/>
            <a:ext cx="48252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69" name="Google Shape;69;p34"/>
          <p:cNvSpPr txBox="1">
            <a:spLocks noGrp="1"/>
          </p:cNvSpPr>
          <p:nvPr>
            <p:ph type="dt" idx="10"/>
          </p:nvPr>
        </p:nvSpPr>
        <p:spPr>
          <a:xfrm>
            <a:off x="10650938" y="6394061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4"/>
          <p:cNvSpPr txBox="1">
            <a:spLocks noGrp="1"/>
          </p:cNvSpPr>
          <p:nvPr>
            <p:ph type="ftr" idx="11"/>
          </p:nvPr>
        </p:nvSpPr>
        <p:spPr>
          <a:xfrm>
            <a:off x="528358" y="6391838"/>
            <a:ext cx="3859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4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5"/>
          <p:cNvSpPr txBox="1">
            <a:spLocks noGrp="1"/>
          </p:cNvSpPr>
          <p:nvPr>
            <p:ph type="title"/>
          </p:nvPr>
        </p:nvSpPr>
        <p:spPr>
          <a:xfrm>
            <a:off x="1154953" y="973668"/>
            <a:ext cx="8761500" cy="7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5"/>
          <p:cNvSpPr txBox="1">
            <a:spLocks noGrp="1"/>
          </p:cNvSpPr>
          <p:nvPr>
            <p:ph type="body" idx="1"/>
          </p:nvPr>
        </p:nvSpPr>
        <p:spPr>
          <a:xfrm>
            <a:off x="1154954" y="2603500"/>
            <a:ext cx="4825200" cy="5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75" name="Google Shape;75;p35"/>
          <p:cNvSpPr txBox="1">
            <a:spLocks noGrp="1"/>
          </p:cNvSpPr>
          <p:nvPr>
            <p:ph type="body" idx="2"/>
          </p:nvPr>
        </p:nvSpPr>
        <p:spPr>
          <a:xfrm>
            <a:off x="1154954" y="3179762"/>
            <a:ext cx="4825200" cy="28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76" name="Google Shape;76;p35"/>
          <p:cNvSpPr txBox="1">
            <a:spLocks noGrp="1"/>
          </p:cNvSpPr>
          <p:nvPr>
            <p:ph type="body" idx="3"/>
          </p:nvPr>
        </p:nvSpPr>
        <p:spPr>
          <a:xfrm>
            <a:off x="6208712" y="2603500"/>
            <a:ext cx="4825200" cy="5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77" name="Google Shape;77;p35"/>
          <p:cNvSpPr txBox="1">
            <a:spLocks noGrp="1"/>
          </p:cNvSpPr>
          <p:nvPr>
            <p:ph type="body" idx="4"/>
          </p:nvPr>
        </p:nvSpPr>
        <p:spPr>
          <a:xfrm>
            <a:off x="6208710" y="3179762"/>
            <a:ext cx="4825200" cy="28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78" name="Google Shape;78;p35"/>
          <p:cNvSpPr txBox="1">
            <a:spLocks noGrp="1"/>
          </p:cNvSpPr>
          <p:nvPr>
            <p:ph type="dt" idx="10"/>
          </p:nvPr>
        </p:nvSpPr>
        <p:spPr>
          <a:xfrm>
            <a:off x="10650938" y="6394061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5"/>
          <p:cNvSpPr txBox="1">
            <a:spLocks noGrp="1"/>
          </p:cNvSpPr>
          <p:nvPr>
            <p:ph type="ftr" idx="11"/>
          </p:nvPr>
        </p:nvSpPr>
        <p:spPr>
          <a:xfrm>
            <a:off x="528358" y="6391838"/>
            <a:ext cx="3859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5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6"/>
          <p:cNvSpPr txBox="1">
            <a:spLocks noGrp="1"/>
          </p:cNvSpPr>
          <p:nvPr>
            <p:ph type="title"/>
          </p:nvPr>
        </p:nvSpPr>
        <p:spPr>
          <a:xfrm>
            <a:off x="1154953" y="973668"/>
            <a:ext cx="8761500" cy="7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6"/>
          <p:cNvSpPr txBox="1">
            <a:spLocks noGrp="1"/>
          </p:cNvSpPr>
          <p:nvPr>
            <p:ph type="dt" idx="10"/>
          </p:nvPr>
        </p:nvSpPr>
        <p:spPr>
          <a:xfrm>
            <a:off x="10650938" y="6394061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36"/>
          <p:cNvSpPr txBox="1">
            <a:spLocks noGrp="1"/>
          </p:cNvSpPr>
          <p:nvPr>
            <p:ph type="ftr" idx="11"/>
          </p:nvPr>
        </p:nvSpPr>
        <p:spPr>
          <a:xfrm>
            <a:off x="528358" y="6391838"/>
            <a:ext cx="3859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36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oogle Shape;87;p38"/>
          <p:cNvGrpSpPr/>
          <p:nvPr/>
        </p:nvGrpSpPr>
        <p:grpSpPr>
          <a:xfrm>
            <a:off x="0" y="-2373"/>
            <a:ext cx="12192011" cy="6867027"/>
            <a:chOff x="0" y="-2373"/>
            <a:chExt cx="12192011" cy="6867027"/>
          </a:xfrm>
        </p:grpSpPr>
        <p:sp>
          <p:nvSpPr>
            <p:cNvPr id="88" name="Google Shape;88;p3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38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F7F7F7">
                    <a:alpha val="10196"/>
                  </a:srgbClr>
                </a:gs>
                <a:gs pos="36000">
                  <a:srgbClr val="F7F7F7">
                    <a:alpha val="9019"/>
                  </a:srgbClr>
                </a:gs>
                <a:gs pos="75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38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F7F7F7">
                    <a:alpha val="7058"/>
                  </a:srgbClr>
                </a:gs>
                <a:gs pos="36000">
                  <a:srgbClr val="F7F7F7">
                    <a:alpha val="7058"/>
                  </a:srgbClr>
                </a:gs>
                <a:gs pos="72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3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F7F7F7">
                    <a:alpha val="5882"/>
                  </a:srgbClr>
                </a:gs>
                <a:gs pos="36000">
                  <a:srgbClr val="F7F7F7">
                    <a:alpha val="5098"/>
                  </a:srgbClr>
                </a:gs>
                <a:gs pos="69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3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F7F7F7">
                    <a:alpha val="12941"/>
                  </a:srgbClr>
                </a:gs>
                <a:gs pos="36000">
                  <a:srgbClr val="F7F7F7">
                    <a:alpha val="5882"/>
                  </a:srgbClr>
                </a:gs>
                <a:gs pos="73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3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>
              <a:gsLst>
                <a:gs pos="0">
                  <a:srgbClr val="F7F7F7">
                    <a:alpha val="12941"/>
                  </a:srgbClr>
                </a:gs>
                <a:gs pos="36000">
                  <a:srgbClr val="F7F7F7">
                    <a:alpha val="5882"/>
                  </a:srgbClr>
                </a:gs>
                <a:gs pos="66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38"/>
            <p:cNvSpPr/>
            <p:nvPr/>
          </p:nvSpPr>
          <p:spPr>
            <a:xfrm>
              <a:off x="5713412" y="402165"/>
              <a:ext cx="6055200" cy="6053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38"/>
            <p:cNvSpPr/>
            <p:nvPr/>
          </p:nvSpPr>
          <p:spPr>
            <a:xfrm rot="-5677505">
              <a:off x="3140479" y="1826074"/>
              <a:ext cx="3299419" cy="440920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38"/>
            <p:cNvSpPr/>
            <p:nvPr/>
          </p:nvSpPr>
          <p:spPr>
            <a:xfrm rot="-5400000">
              <a:off x="2229376" y="2801718"/>
              <a:ext cx="6053675" cy="1254560"/>
            </a:xfrm>
            <a:custGeom>
              <a:avLst/>
              <a:gdLst/>
              <a:ahLst/>
              <a:cxnLst/>
              <a:rect l="l" t="t" r="r" b="b"/>
              <a:pathLst>
                <a:path w="10000" h="8000" extrusionOk="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97" name="Google Shape;97;p38"/>
            <p:cNvSpPr/>
            <p:nvPr/>
          </p:nvSpPr>
          <p:spPr>
            <a:xfrm>
              <a:off x="0" y="1587"/>
              <a:ext cx="12192011" cy="6856413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98" name="Google Shape;98;p38"/>
          <p:cNvSpPr txBox="1">
            <a:spLocks noGrp="1"/>
          </p:cNvSpPr>
          <p:nvPr>
            <p:ph type="title"/>
          </p:nvPr>
        </p:nvSpPr>
        <p:spPr>
          <a:xfrm>
            <a:off x="1154954" y="1295400"/>
            <a:ext cx="27933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38"/>
          <p:cNvSpPr txBox="1">
            <a:spLocks noGrp="1"/>
          </p:cNvSpPr>
          <p:nvPr>
            <p:ph type="body" idx="1"/>
          </p:nvPr>
        </p:nvSpPr>
        <p:spPr>
          <a:xfrm>
            <a:off x="5781146" y="1447800"/>
            <a:ext cx="51900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00" name="Google Shape;100;p38"/>
          <p:cNvSpPr txBox="1">
            <a:spLocks noGrp="1"/>
          </p:cNvSpPr>
          <p:nvPr>
            <p:ph type="body" idx="2"/>
          </p:nvPr>
        </p:nvSpPr>
        <p:spPr>
          <a:xfrm>
            <a:off x="1154955" y="2895600"/>
            <a:ext cx="2793300" cy="31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101" name="Google Shape;101;p38"/>
          <p:cNvSpPr txBox="1">
            <a:spLocks noGrp="1"/>
          </p:cNvSpPr>
          <p:nvPr>
            <p:ph type="dt" idx="10"/>
          </p:nvPr>
        </p:nvSpPr>
        <p:spPr>
          <a:xfrm>
            <a:off x="10650938" y="6394061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38"/>
          <p:cNvSpPr txBox="1">
            <a:spLocks noGrp="1"/>
          </p:cNvSpPr>
          <p:nvPr>
            <p:ph type="ftr" idx="11"/>
          </p:nvPr>
        </p:nvSpPr>
        <p:spPr>
          <a:xfrm>
            <a:off x="528358" y="6391838"/>
            <a:ext cx="3859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3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31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8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39"/>
          <p:cNvGrpSpPr/>
          <p:nvPr/>
        </p:nvGrpSpPr>
        <p:grpSpPr>
          <a:xfrm>
            <a:off x="0" y="-2373"/>
            <a:ext cx="12192011" cy="6867027"/>
            <a:chOff x="0" y="-2373"/>
            <a:chExt cx="12192011" cy="6867027"/>
          </a:xfrm>
        </p:grpSpPr>
        <p:sp>
          <p:nvSpPr>
            <p:cNvPr id="107" name="Google Shape;107;p3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39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F7F7F7">
                    <a:alpha val="10196"/>
                  </a:srgbClr>
                </a:gs>
                <a:gs pos="36000">
                  <a:srgbClr val="F7F7F7">
                    <a:alpha val="9019"/>
                  </a:srgbClr>
                </a:gs>
                <a:gs pos="75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39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F7F7F7">
                    <a:alpha val="7058"/>
                  </a:srgbClr>
                </a:gs>
                <a:gs pos="36000">
                  <a:srgbClr val="F7F7F7">
                    <a:alpha val="7058"/>
                  </a:srgbClr>
                </a:gs>
                <a:gs pos="72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3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F7F7F7">
                    <a:alpha val="5882"/>
                  </a:srgbClr>
                </a:gs>
                <a:gs pos="36000">
                  <a:srgbClr val="F7F7F7">
                    <a:alpha val="5098"/>
                  </a:srgbClr>
                </a:gs>
                <a:gs pos="69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3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F7F7F7">
                    <a:alpha val="12941"/>
                  </a:srgbClr>
                </a:gs>
                <a:gs pos="36000">
                  <a:srgbClr val="F7F7F7">
                    <a:alpha val="5882"/>
                  </a:srgbClr>
                </a:gs>
                <a:gs pos="73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3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>
              <a:gsLst>
                <a:gs pos="0">
                  <a:srgbClr val="F7F7F7">
                    <a:alpha val="12941"/>
                  </a:srgbClr>
                </a:gs>
                <a:gs pos="36000">
                  <a:srgbClr val="F7F7F7">
                    <a:alpha val="5882"/>
                  </a:srgbClr>
                </a:gs>
                <a:gs pos="66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39"/>
            <p:cNvSpPr/>
            <p:nvPr/>
          </p:nvSpPr>
          <p:spPr>
            <a:xfrm>
              <a:off x="6172200" y="402165"/>
              <a:ext cx="5596500" cy="6053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39"/>
            <p:cNvSpPr/>
            <p:nvPr/>
          </p:nvSpPr>
          <p:spPr>
            <a:xfrm rot="-5400000">
              <a:off x="3295431" y="2801718"/>
              <a:ext cx="6053675" cy="1254560"/>
            </a:xfrm>
            <a:custGeom>
              <a:avLst/>
              <a:gdLst/>
              <a:ahLst/>
              <a:cxnLst/>
              <a:rect l="l" t="t" r="r" b="b"/>
              <a:pathLst>
                <a:path w="10000" h="8000" extrusionOk="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15" name="Google Shape;115;p39"/>
            <p:cNvSpPr/>
            <p:nvPr/>
          </p:nvSpPr>
          <p:spPr>
            <a:xfrm rot="-5677505">
              <a:off x="4203588" y="1826074"/>
              <a:ext cx="3299419" cy="440920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39"/>
            <p:cNvSpPr/>
            <p:nvPr/>
          </p:nvSpPr>
          <p:spPr>
            <a:xfrm>
              <a:off x="0" y="1587"/>
              <a:ext cx="12192011" cy="6856413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117" name="Google Shape;117;p39"/>
          <p:cNvSpPr txBox="1">
            <a:spLocks noGrp="1"/>
          </p:cNvSpPr>
          <p:nvPr>
            <p:ph type="title"/>
          </p:nvPr>
        </p:nvSpPr>
        <p:spPr>
          <a:xfrm>
            <a:off x="1153907" y="1693332"/>
            <a:ext cx="3860400" cy="173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sz="36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39"/>
          <p:cNvSpPr>
            <a:spLocks noGrp="1"/>
          </p:cNvSpPr>
          <p:nvPr>
            <p:ph type="pic" idx="2"/>
          </p:nvPr>
        </p:nvSpPr>
        <p:spPr>
          <a:xfrm>
            <a:off x="6547870" y="1143000"/>
            <a:ext cx="3227100" cy="4572000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2352"/>
              </a:srgbClr>
            </a:outerShdw>
          </a:effectLst>
        </p:spPr>
      </p:sp>
      <p:sp>
        <p:nvSpPr>
          <p:cNvPr id="119" name="Google Shape;119;p39"/>
          <p:cNvSpPr txBox="1">
            <a:spLocks noGrp="1"/>
          </p:cNvSpPr>
          <p:nvPr>
            <p:ph type="body" idx="1"/>
          </p:nvPr>
        </p:nvSpPr>
        <p:spPr>
          <a:xfrm>
            <a:off x="1154955" y="3657600"/>
            <a:ext cx="3859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120" name="Google Shape;120;p39"/>
          <p:cNvSpPr txBox="1">
            <a:spLocks noGrp="1"/>
          </p:cNvSpPr>
          <p:nvPr>
            <p:ph type="dt" idx="10"/>
          </p:nvPr>
        </p:nvSpPr>
        <p:spPr>
          <a:xfrm>
            <a:off x="10650938" y="6394061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39"/>
          <p:cNvSpPr txBox="1">
            <a:spLocks noGrp="1"/>
          </p:cNvSpPr>
          <p:nvPr>
            <p:ph type="ftr" idx="11"/>
          </p:nvPr>
        </p:nvSpPr>
        <p:spPr>
          <a:xfrm>
            <a:off x="528358" y="6391838"/>
            <a:ext cx="3859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3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31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39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oramic Picture with Caption">
  <p:cSld name="Panoramic Picture with Caption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125;p40"/>
          <p:cNvGrpSpPr/>
          <p:nvPr/>
        </p:nvGrpSpPr>
        <p:grpSpPr>
          <a:xfrm>
            <a:off x="0" y="-2373"/>
            <a:ext cx="12192011" cy="6867027"/>
            <a:chOff x="0" y="-2373"/>
            <a:chExt cx="12192011" cy="6867027"/>
          </a:xfrm>
        </p:grpSpPr>
        <p:sp>
          <p:nvSpPr>
            <p:cNvPr id="126" name="Google Shape;126;p4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40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F7F7F7">
                    <a:alpha val="10196"/>
                  </a:srgbClr>
                </a:gs>
                <a:gs pos="36000">
                  <a:srgbClr val="F7F7F7">
                    <a:alpha val="9019"/>
                  </a:srgbClr>
                </a:gs>
                <a:gs pos="75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40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F7F7F7">
                    <a:alpha val="7058"/>
                  </a:srgbClr>
                </a:gs>
                <a:gs pos="36000">
                  <a:srgbClr val="F7F7F7">
                    <a:alpha val="7058"/>
                  </a:srgbClr>
                </a:gs>
                <a:gs pos="72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4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F7F7F7">
                    <a:alpha val="5882"/>
                  </a:srgbClr>
                </a:gs>
                <a:gs pos="36000">
                  <a:srgbClr val="F7F7F7">
                    <a:alpha val="5098"/>
                  </a:srgbClr>
                </a:gs>
                <a:gs pos="69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40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F7F7F7">
                    <a:alpha val="12941"/>
                  </a:srgbClr>
                </a:gs>
                <a:gs pos="36000">
                  <a:srgbClr val="F7F7F7">
                    <a:alpha val="5882"/>
                  </a:srgbClr>
                </a:gs>
                <a:gs pos="73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4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>
              <a:gsLst>
                <a:gs pos="0">
                  <a:srgbClr val="F7F7F7">
                    <a:alpha val="12941"/>
                  </a:srgbClr>
                </a:gs>
                <a:gs pos="36000">
                  <a:srgbClr val="F7F7F7">
                    <a:alpha val="5882"/>
                  </a:srgbClr>
                </a:gs>
                <a:gs pos="66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40"/>
            <p:cNvSpPr/>
            <p:nvPr/>
          </p:nvSpPr>
          <p:spPr>
            <a:xfrm rot="10371517">
              <a:off x="263779" y="4438261"/>
              <a:ext cx="3299395" cy="440920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40"/>
            <p:cNvSpPr/>
            <p:nvPr/>
          </p:nvSpPr>
          <p:spPr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l" t="t" r="r" b="b"/>
              <a:pathLst>
                <a:path w="7104" h="2856" extrusionOk="0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34" name="Google Shape;134;p40"/>
            <p:cNvSpPr/>
            <p:nvPr/>
          </p:nvSpPr>
          <p:spPr>
            <a:xfrm>
              <a:off x="0" y="1587"/>
              <a:ext cx="12192011" cy="6856413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135" name="Google Shape;135;p40"/>
          <p:cNvSpPr txBox="1">
            <a:spLocks noGrp="1"/>
          </p:cNvSpPr>
          <p:nvPr>
            <p:ph type="title"/>
          </p:nvPr>
        </p:nvSpPr>
        <p:spPr>
          <a:xfrm>
            <a:off x="1154956" y="4966674"/>
            <a:ext cx="88257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40"/>
          <p:cNvSpPr>
            <a:spLocks noGrp="1"/>
          </p:cNvSpPr>
          <p:nvPr>
            <p:ph type="pic" idx="2"/>
          </p:nvPr>
        </p:nvSpPr>
        <p:spPr>
          <a:xfrm>
            <a:off x="1154955" y="685800"/>
            <a:ext cx="8825700" cy="3429000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2352"/>
              </a:srgbClr>
            </a:outerShdw>
          </a:effectLst>
        </p:spPr>
      </p:sp>
      <p:sp>
        <p:nvSpPr>
          <p:cNvPr id="137" name="Google Shape;137;p40"/>
          <p:cNvSpPr txBox="1">
            <a:spLocks noGrp="1"/>
          </p:cNvSpPr>
          <p:nvPr>
            <p:ph type="body" idx="1"/>
          </p:nvPr>
        </p:nvSpPr>
        <p:spPr>
          <a:xfrm>
            <a:off x="1154956" y="5536665"/>
            <a:ext cx="88257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138" name="Google Shape;138;p40"/>
          <p:cNvSpPr txBox="1">
            <a:spLocks noGrp="1"/>
          </p:cNvSpPr>
          <p:nvPr>
            <p:ph type="dt" idx="10"/>
          </p:nvPr>
        </p:nvSpPr>
        <p:spPr>
          <a:xfrm>
            <a:off x="10650938" y="6394061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40"/>
          <p:cNvSpPr txBox="1">
            <a:spLocks noGrp="1"/>
          </p:cNvSpPr>
          <p:nvPr>
            <p:ph type="ftr" idx="11"/>
          </p:nvPr>
        </p:nvSpPr>
        <p:spPr>
          <a:xfrm>
            <a:off x="528358" y="6391838"/>
            <a:ext cx="3859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4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31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40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aption">
  <p:cSld name="Title and Caption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oogle Shape;143;p41"/>
          <p:cNvGrpSpPr/>
          <p:nvPr/>
        </p:nvGrpSpPr>
        <p:grpSpPr>
          <a:xfrm>
            <a:off x="0" y="-2373"/>
            <a:ext cx="12192011" cy="6867027"/>
            <a:chOff x="0" y="-2373"/>
            <a:chExt cx="12192011" cy="6867027"/>
          </a:xfrm>
        </p:grpSpPr>
        <p:sp>
          <p:nvSpPr>
            <p:cNvPr id="144" name="Google Shape;144;p4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41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F7F7F7">
                    <a:alpha val="10196"/>
                  </a:srgbClr>
                </a:gs>
                <a:gs pos="36000">
                  <a:srgbClr val="F7F7F7">
                    <a:alpha val="9019"/>
                  </a:srgbClr>
                </a:gs>
                <a:gs pos="75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41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F7F7F7">
                    <a:alpha val="7058"/>
                  </a:srgbClr>
                </a:gs>
                <a:gs pos="36000">
                  <a:srgbClr val="F7F7F7">
                    <a:alpha val="7058"/>
                  </a:srgbClr>
                </a:gs>
                <a:gs pos="72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41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F7F7F7">
                    <a:alpha val="5882"/>
                  </a:srgbClr>
                </a:gs>
                <a:gs pos="36000">
                  <a:srgbClr val="F7F7F7">
                    <a:alpha val="5098"/>
                  </a:srgbClr>
                </a:gs>
                <a:gs pos="69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41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F7F7F7">
                    <a:alpha val="12941"/>
                  </a:srgbClr>
                </a:gs>
                <a:gs pos="36000">
                  <a:srgbClr val="F7F7F7">
                    <a:alpha val="5882"/>
                  </a:srgbClr>
                </a:gs>
                <a:gs pos="73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41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>
              <a:gsLst>
                <a:gs pos="0">
                  <a:srgbClr val="F7F7F7">
                    <a:alpha val="12941"/>
                  </a:srgbClr>
                </a:gs>
                <a:gs pos="36000">
                  <a:srgbClr val="F7F7F7">
                    <a:alpha val="5882"/>
                  </a:srgbClr>
                </a:gs>
                <a:gs pos="66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41"/>
            <p:cNvSpPr/>
            <p:nvPr/>
          </p:nvSpPr>
          <p:spPr>
            <a:xfrm rot="-589939">
              <a:off x="8490949" y="2714870"/>
              <a:ext cx="3299413" cy="440920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41"/>
            <p:cNvSpPr/>
            <p:nvPr/>
          </p:nvSpPr>
          <p:spPr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 extrusionOk="0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52" name="Google Shape;152;p41"/>
            <p:cNvSpPr/>
            <p:nvPr/>
          </p:nvSpPr>
          <p:spPr>
            <a:xfrm>
              <a:off x="0" y="1587"/>
              <a:ext cx="12192011" cy="6856413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153" name="Google Shape;153;p41"/>
          <p:cNvSpPr txBox="1">
            <a:spLocks noGrp="1"/>
          </p:cNvSpPr>
          <p:nvPr>
            <p:ph type="title"/>
          </p:nvPr>
        </p:nvSpPr>
        <p:spPr>
          <a:xfrm>
            <a:off x="1154954" y="1063416"/>
            <a:ext cx="8825700" cy="13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41"/>
          <p:cNvSpPr txBox="1">
            <a:spLocks noGrp="1"/>
          </p:cNvSpPr>
          <p:nvPr>
            <p:ph type="body" idx="1"/>
          </p:nvPr>
        </p:nvSpPr>
        <p:spPr>
          <a:xfrm>
            <a:off x="1154954" y="3543300"/>
            <a:ext cx="8825700" cy="24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155" name="Google Shape;155;p41"/>
          <p:cNvSpPr txBox="1">
            <a:spLocks noGrp="1"/>
          </p:cNvSpPr>
          <p:nvPr>
            <p:ph type="dt" idx="10"/>
          </p:nvPr>
        </p:nvSpPr>
        <p:spPr>
          <a:xfrm>
            <a:off x="10650938" y="6394061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41"/>
          <p:cNvSpPr txBox="1">
            <a:spLocks noGrp="1"/>
          </p:cNvSpPr>
          <p:nvPr>
            <p:ph type="ftr" idx="11"/>
          </p:nvPr>
        </p:nvSpPr>
        <p:spPr>
          <a:xfrm>
            <a:off x="528358" y="6391838"/>
            <a:ext cx="3859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4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31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41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 with Caption">
  <p:cSld name="Quote with Caption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" name="Google Shape;160;p42"/>
          <p:cNvGrpSpPr/>
          <p:nvPr/>
        </p:nvGrpSpPr>
        <p:grpSpPr>
          <a:xfrm>
            <a:off x="0" y="-2373"/>
            <a:ext cx="12192011" cy="6867027"/>
            <a:chOff x="0" y="-2373"/>
            <a:chExt cx="12192011" cy="6867027"/>
          </a:xfrm>
        </p:grpSpPr>
        <p:sp>
          <p:nvSpPr>
            <p:cNvPr id="161" name="Google Shape;161;p4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4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F7F7F7">
                    <a:alpha val="10196"/>
                  </a:srgbClr>
                </a:gs>
                <a:gs pos="36000">
                  <a:srgbClr val="F7F7F7">
                    <a:alpha val="9019"/>
                  </a:srgbClr>
                </a:gs>
                <a:gs pos="75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42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F7F7F7">
                    <a:alpha val="7058"/>
                  </a:srgbClr>
                </a:gs>
                <a:gs pos="36000">
                  <a:srgbClr val="F7F7F7">
                    <a:alpha val="7058"/>
                  </a:srgbClr>
                </a:gs>
                <a:gs pos="72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4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F7F7F7">
                    <a:alpha val="5882"/>
                  </a:srgbClr>
                </a:gs>
                <a:gs pos="36000">
                  <a:srgbClr val="F7F7F7">
                    <a:alpha val="5098"/>
                  </a:srgbClr>
                </a:gs>
                <a:gs pos="69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42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F7F7F7">
                    <a:alpha val="12941"/>
                  </a:srgbClr>
                </a:gs>
                <a:gs pos="36000">
                  <a:srgbClr val="F7F7F7">
                    <a:alpha val="5882"/>
                  </a:srgbClr>
                </a:gs>
                <a:gs pos="73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42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>
              <a:gsLst>
                <a:gs pos="0">
                  <a:srgbClr val="F7F7F7">
                    <a:alpha val="12941"/>
                  </a:srgbClr>
                </a:gs>
                <a:gs pos="36000">
                  <a:srgbClr val="F7F7F7">
                    <a:alpha val="5882"/>
                  </a:srgbClr>
                </a:gs>
                <a:gs pos="66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42"/>
            <p:cNvSpPr/>
            <p:nvPr/>
          </p:nvSpPr>
          <p:spPr>
            <a:xfrm rot="-589939">
              <a:off x="8490949" y="4185113"/>
              <a:ext cx="3299413" cy="440920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42"/>
            <p:cNvSpPr/>
            <p:nvPr/>
          </p:nvSpPr>
          <p:spPr>
            <a:xfrm>
              <a:off x="455612" y="4241801"/>
              <a:ext cx="11277600" cy="2337160"/>
            </a:xfrm>
            <a:custGeom>
              <a:avLst/>
              <a:gdLst/>
              <a:ahLst/>
              <a:cxnLst/>
              <a:rect l="l" t="t" r="r" b="b"/>
              <a:pathLst>
                <a:path w="10000" h="8000" extrusionOk="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69" name="Google Shape;169;p42"/>
            <p:cNvSpPr/>
            <p:nvPr/>
          </p:nvSpPr>
          <p:spPr>
            <a:xfrm>
              <a:off x="0" y="1587"/>
              <a:ext cx="12192011" cy="6856413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170" name="Google Shape;170;p42"/>
          <p:cNvSpPr txBox="1"/>
          <p:nvPr/>
        </p:nvSpPr>
        <p:spPr>
          <a:xfrm>
            <a:off x="9719438" y="2631815"/>
            <a:ext cx="801900" cy="15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lang="en-US" sz="96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42"/>
          <p:cNvSpPr txBox="1"/>
          <p:nvPr/>
        </p:nvSpPr>
        <p:spPr>
          <a:xfrm>
            <a:off x="898295" y="591093"/>
            <a:ext cx="801900" cy="15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lang="en-US" sz="96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42"/>
          <p:cNvSpPr txBox="1">
            <a:spLocks noGrp="1"/>
          </p:cNvSpPr>
          <p:nvPr>
            <p:ph type="title"/>
          </p:nvPr>
        </p:nvSpPr>
        <p:spPr>
          <a:xfrm>
            <a:off x="1581878" y="980517"/>
            <a:ext cx="8454000" cy="26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42"/>
          <p:cNvSpPr txBox="1">
            <a:spLocks noGrp="1"/>
          </p:cNvSpPr>
          <p:nvPr>
            <p:ph type="body" idx="1"/>
          </p:nvPr>
        </p:nvSpPr>
        <p:spPr>
          <a:xfrm>
            <a:off x="1945945" y="3678766"/>
            <a:ext cx="77259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 b="0" i="0" cap="small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174" name="Google Shape;174;p42"/>
          <p:cNvSpPr txBox="1">
            <a:spLocks noGrp="1"/>
          </p:cNvSpPr>
          <p:nvPr>
            <p:ph type="body" idx="2"/>
          </p:nvPr>
        </p:nvSpPr>
        <p:spPr>
          <a:xfrm>
            <a:off x="1154954" y="4350657"/>
            <a:ext cx="8825700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175" name="Google Shape;175;p42"/>
          <p:cNvSpPr txBox="1">
            <a:spLocks noGrp="1"/>
          </p:cNvSpPr>
          <p:nvPr>
            <p:ph type="dt" idx="10"/>
          </p:nvPr>
        </p:nvSpPr>
        <p:spPr>
          <a:xfrm>
            <a:off x="10650938" y="6394061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42"/>
          <p:cNvSpPr txBox="1">
            <a:spLocks noGrp="1"/>
          </p:cNvSpPr>
          <p:nvPr>
            <p:ph type="ftr" idx="11"/>
          </p:nvPr>
        </p:nvSpPr>
        <p:spPr>
          <a:xfrm>
            <a:off x="528358" y="6391838"/>
            <a:ext cx="3859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4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31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42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Name Card">
  <p:cSld name="Name Card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" name="Google Shape;180;p43"/>
          <p:cNvGrpSpPr/>
          <p:nvPr/>
        </p:nvGrpSpPr>
        <p:grpSpPr>
          <a:xfrm>
            <a:off x="0" y="-2373"/>
            <a:ext cx="12192011" cy="6867027"/>
            <a:chOff x="0" y="-2373"/>
            <a:chExt cx="12192011" cy="6867027"/>
          </a:xfrm>
        </p:grpSpPr>
        <p:sp>
          <p:nvSpPr>
            <p:cNvPr id="181" name="Google Shape;181;p4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4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F7F7F7">
                    <a:alpha val="10196"/>
                  </a:srgbClr>
                </a:gs>
                <a:gs pos="36000">
                  <a:srgbClr val="F7F7F7">
                    <a:alpha val="9019"/>
                  </a:srgbClr>
                </a:gs>
                <a:gs pos="75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4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F7F7F7">
                    <a:alpha val="7058"/>
                  </a:srgbClr>
                </a:gs>
                <a:gs pos="36000">
                  <a:srgbClr val="F7F7F7">
                    <a:alpha val="7058"/>
                  </a:srgbClr>
                </a:gs>
                <a:gs pos="72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4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F7F7F7">
                    <a:alpha val="5882"/>
                  </a:srgbClr>
                </a:gs>
                <a:gs pos="36000">
                  <a:srgbClr val="F7F7F7">
                    <a:alpha val="5098"/>
                  </a:srgbClr>
                </a:gs>
                <a:gs pos="69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43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F7F7F7">
                    <a:alpha val="12941"/>
                  </a:srgbClr>
                </a:gs>
                <a:gs pos="36000">
                  <a:srgbClr val="F7F7F7">
                    <a:alpha val="5882"/>
                  </a:srgbClr>
                </a:gs>
                <a:gs pos="73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43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>
              <a:gsLst>
                <a:gs pos="0">
                  <a:srgbClr val="F7F7F7">
                    <a:alpha val="12941"/>
                  </a:srgbClr>
                </a:gs>
                <a:gs pos="36000">
                  <a:srgbClr val="F7F7F7">
                    <a:alpha val="5882"/>
                  </a:srgbClr>
                </a:gs>
                <a:gs pos="66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43"/>
            <p:cNvSpPr/>
            <p:nvPr/>
          </p:nvSpPr>
          <p:spPr>
            <a:xfrm rot="-589939">
              <a:off x="8490949" y="4193579"/>
              <a:ext cx="3299413" cy="440920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43"/>
            <p:cNvSpPr/>
            <p:nvPr/>
          </p:nvSpPr>
          <p:spPr>
            <a:xfrm>
              <a:off x="455612" y="4241801"/>
              <a:ext cx="11277600" cy="2337160"/>
            </a:xfrm>
            <a:custGeom>
              <a:avLst/>
              <a:gdLst/>
              <a:ahLst/>
              <a:cxnLst/>
              <a:rect l="l" t="t" r="r" b="b"/>
              <a:pathLst>
                <a:path w="10000" h="8000" extrusionOk="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89" name="Google Shape;189;p43"/>
            <p:cNvSpPr/>
            <p:nvPr/>
          </p:nvSpPr>
          <p:spPr>
            <a:xfrm>
              <a:off x="0" y="1587"/>
              <a:ext cx="12192011" cy="6856413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190" name="Google Shape;190;p43"/>
          <p:cNvSpPr txBox="1">
            <a:spLocks noGrp="1"/>
          </p:cNvSpPr>
          <p:nvPr>
            <p:ph type="title"/>
          </p:nvPr>
        </p:nvSpPr>
        <p:spPr>
          <a:xfrm>
            <a:off x="1154954" y="2370667"/>
            <a:ext cx="8825700" cy="18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sz="40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43"/>
          <p:cNvSpPr txBox="1">
            <a:spLocks noGrp="1"/>
          </p:cNvSpPr>
          <p:nvPr>
            <p:ph type="body" idx="1"/>
          </p:nvPr>
        </p:nvSpPr>
        <p:spPr>
          <a:xfrm>
            <a:off x="1154954" y="5033068"/>
            <a:ext cx="8825700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92" name="Google Shape;192;p43"/>
          <p:cNvSpPr txBox="1">
            <a:spLocks noGrp="1"/>
          </p:cNvSpPr>
          <p:nvPr>
            <p:ph type="dt" idx="10"/>
          </p:nvPr>
        </p:nvSpPr>
        <p:spPr>
          <a:xfrm>
            <a:off x="10650938" y="6394061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43"/>
          <p:cNvSpPr txBox="1">
            <a:spLocks noGrp="1"/>
          </p:cNvSpPr>
          <p:nvPr>
            <p:ph type="ftr" idx="11"/>
          </p:nvPr>
        </p:nvSpPr>
        <p:spPr>
          <a:xfrm>
            <a:off x="528358" y="6391838"/>
            <a:ext cx="3859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4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31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43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">
  <p:cSld name="3 Column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44"/>
          <p:cNvSpPr txBox="1">
            <a:spLocks noGrp="1"/>
          </p:cNvSpPr>
          <p:nvPr>
            <p:ph type="title"/>
          </p:nvPr>
        </p:nvSpPr>
        <p:spPr>
          <a:xfrm>
            <a:off x="1154953" y="973668"/>
            <a:ext cx="8761500" cy="7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44"/>
          <p:cNvSpPr txBox="1">
            <a:spLocks noGrp="1"/>
          </p:cNvSpPr>
          <p:nvPr>
            <p:ph type="body" idx="1"/>
          </p:nvPr>
        </p:nvSpPr>
        <p:spPr>
          <a:xfrm>
            <a:off x="1154954" y="2617299"/>
            <a:ext cx="3129300" cy="5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199" name="Google Shape;199;p44"/>
          <p:cNvSpPr txBox="1">
            <a:spLocks noGrp="1"/>
          </p:cNvSpPr>
          <p:nvPr>
            <p:ph type="body" idx="2"/>
          </p:nvPr>
        </p:nvSpPr>
        <p:spPr>
          <a:xfrm>
            <a:off x="1154954" y="3193561"/>
            <a:ext cx="3129300" cy="28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200" name="Google Shape;200;p44"/>
          <p:cNvSpPr txBox="1">
            <a:spLocks noGrp="1"/>
          </p:cNvSpPr>
          <p:nvPr>
            <p:ph type="body" idx="3"/>
          </p:nvPr>
        </p:nvSpPr>
        <p:spPr>
          <a:xfrm>
            <a:off x="4512721" y="2603502"/>
            <a:ext cx="3145500" cy="5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201" name="Google Shape;201;p44"/>
          <p:cNvSpPr txBox="1">
            <a:spLocks noGrp="1"/>
          </p:cNvSpPr>
          <p:nvPr>
            <p:ph type="body" idx="4"/>
          </p:nvPr>
        </p:nvSpPr>
        <p:spPr>
          <a:xfrm>
            <a:off x="4512721" y="3193561"/>
            <a:ext cx="3145500" cy="28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202" name="Google Shape;202;p44"/>
          <p:cNvSpPr txBox="1">
            <a:spLocks noGrp="1"/>
          </p:cNvSpPr>
          <p:nvPr>
            <p:ph type="body" idx="5"/>
          </p:nvPr>
        </p:nvSpPr>
        <p:spPr>
          <a:xfrm>
            <a:off x="7886700" y="2617299"/>
            <a:ext cx="3161100" cy="5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203" name="Google Shape;203;p44"/>
          <p:cNvSpPr txBox="1">
            <a:spLocks noGrp="1"/>
          </p:cNvSpPr>
          <p:nvPr>
            <p:ph type="body" idx="6"/>
          </p:nvPr>
        </p:nvSpPr>
        <p:spPr>
          <a:xfrm>
            <a:off x="7886700" y="3193561"/>
            <a:ext cx="3164700" cy="28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cxnSp>
        <p:nvCxnSpPr>
          <p:cNvPr id="204" name="Google Shape;204;p44"/>
          <p:cNvCxnSpPr/>
          <p:nvPr/>
        </p:nvCxnSpPr>
        <p:spPr>
          <a:xfrm>
            <a:off x="4403971" y="2569633"/>
            <a:ext cx="0" cy="3492600"/>
          </a:xfrm>
          <a:prstGeom prst="straightConnector1">
            <a:avLst/>
          </a:prstGeom>
          <a:noFill/>
          <a:ln w="12700" cap="flat" cmpd="sng">
            <a:solidFill>
              <a:schemeClr val="accent1">
                <a:alpha val="4000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5" name="Google Shape;205;p44"/>
          <p:cNvCxnSpPr/>
          <p:nvPr/>
        </p:nvCxnSpPr>
        <p:spPr>
          <a:xfrm>
            <a:off x="7772401" y="2569633"/>
            <a:ext cx="0" cy="3492600"/>
          </a:xfrm>
          <a:prstGeom prst="straightConnector1">
            <a:avLst/>
          </a:prstGeom>
          <a:noFill/>
          <a:ln w="12700" cap="flat" cmpd="sng">
            <a:solidFill>
              <a:schemeClr val="accent1">
                <a:alpha val="4000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6" name="Google Shape;206;p44"/>
          <p:cNvSpPr txBox="1">
            <a:spLocks noGrp="1"/>
          </p:cNvSpPr>
          <p:nvPr>
            <p:ph type="dt" idx="10"/>
          </p:nvPr>
        </p:nvSpPr>
        <p:spPr>
          <a:xfrm>
            <a:off x="10650938" y="6394061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44"/>
          <p:cNvSpPr txBox="1">
            <a:spLocks noGrp="1"/>
          </p:cNvSpPr>
          <p:nvPr>
            <p:ph type="ftr" idx="11"/>
          </p:nvPr>
        </p:nvSpPr>
        <p:spPr>
          <a:xfrm>
            <a:off x="528358" y="6391838"/>
            <a:ext cx="3859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44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Picture Column">
  <p:cSld name="3 Picture Column"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5"/>
          <p:cNvSpPr txBox="1">
            <a:spLocks noGrp="1"/>
          </p:cNvSpPr>
          <p:nvPr>
            <p:ph type="title"/>
          </p:nvPr>
        </p:nvSpPr>
        <p:spPr>
          <a:xfrm>
            <a:off x="1154953" y="973668"/>
            <a:ext cx="8761500" cy="7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45"/>
          <p:cNvSpPr txBox="1">
            <a:spLocks noGrp="1"/>
          </p:cNvSpPr>
          <p:nvPr>
            <p:ph type="body" idx="1"/>
          </p:nvPr>
        </p:nvSpPr>
        <p:spPr>
          <a:xfrm>
            <a:off x="1154952" y="4532845"/>
            <a:ext cx="3050400" cy="5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212" name="Google Shape;212;p45"/>
          <p:cNvSpPr>
            <a:spLocks noGrp="1"/>
          </p:cNvSpPr>
          <p:nvPr>
            <p:ph type="pic" idx="2"/>
          </p:nvPr>
        </p:nvSpPr>
        <p:spPr>
          <a:xfrm>
            <a:off x="1334552" y="2603500"/>
            <a:ext cx="2691300" cy="1591500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2352"/>
              </a:srgbClr>
            </a:outerShdw>
          </a:effectLst>
        </p:spPr>
      </p:sp>
      <p:sp>
        <p:nvSpPr>
          <p:cNvPr id="213" name="Google Shape;213;p45"/>
          <p:cNvSpPr txBox="1">
            <a:spLocks noGrp="1"/>
          </p:cNvSpPr>
          <p:nvPr>
            <p:ph type="body" idx="3"/>
          </p:nvPr>
        </p:nvSpPr>
        <p:spPr>
          <a:xfrm>
            <a:off x="1154953" y="5109107"/>
            <a:ext cx="3050400" cy="9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214" name="Google Shape;214;p45"/>
          <p:cNvSpPr txBox="1">
            <a:spLocks noGrp="1"/>
          </p:cNvSpPr>
          <p:nvPr>
            <p:ph type="body" idx="4"/>
          </p:nvPr>
        </p:nvSpPr>
        <p:spPr>
          <a:xfrm>
            <a:off x="4572537" y="4532846"/>
            <a:ext cx="3046800" cy="6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215" name="Google Shape;215;p45"/>
          <p:cNvSpPr>
            <a:spLocks noGrp="1"/>
          </p:cNvSpPr>
          <p:nvPr>
            <p:ph type="pic" idx="5"/>
          </p:nvPr>
        </p:nvSpPr>
        <p:spPr>
          <a:xfrm>
            <a:off x="4748463" y="2603500"/>
            <a:ext cx="2691300" cy="1591500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2352"/>
              </a:srgbClr>
            </a:outerShdw>
          </a:effectLst>
        </p:spPr>
      </p:sp>
      <p:sp>
        <p:nvSpPr>
          <p:cNvPr id="216" name="Google Shape;216;p45"/>
          <p:cNvSpPr txBox="1">
            <a:spLocks noGrp="1"/>
          </p:cNvSpPr>
          <p:nvPr>
            <p:ph type="body" idx="6"/>
          </p:nvPr>
        </p:nvSpPr>
        <p:spPr>
          <a:xfrm>
            <a:off x="4568865" y="5184002"/>
            <a:ext cx="3050400" cy="8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217" name="Google Shape;217;p45"/>
          <p:cNvSpPr txBox="1">
            <a:spLocks noGrp="1"/>
          </p:cNvSpPr>
          <p:nvPr>
            <p:ph type="body" idx="7"/>
          </p:nvPr>
        </p:nvSpPr>
        <p:spPr>
          <a:xfrm>
            <a:off x="7983434" y="4532847"/>
            <a:ext cx="3050400" cy="6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218" name="Google Shape;218;p45"/>
          <p:cNvSpPr>
            <a:spLocks noGrp="1"/>
          </p:cNvSpPr>
          <p:nvPr>
            <p:ph type="pic" idx="8"/>
          </p:nvPr>
        </p:nvSpPr>
        <p:spPr>
          <a:xfrm>
            <a:off x="8163031" y="2603500"/>
            <a:ext cx="2691300" cy="1591500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2352"/>
              </a:srgbClr>
            </a:outerShdw>
          </a:effectLst>
        </p:spPr>
      </p:sp>
      <p:sp>
        <p:nvSpPr>
          <p:cNvPr id="219" name="Google Shape;219;p45"/>
          <p:cNvSpPr txBox="1">
            <a:spLocks noGrp="1"/>
          </p:cNvSpPr>
          <p:nvPr>
            <p:ph type="body" idx="9"/>
          </p:nvPr>
        </p:nvSpPr>
        <p:spPr>
          <a:xfrm>
            <a:off x="7983434" y="5184001"/>
            <a:ext cx="3050400" cy="8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cxnSp>
        <p:nvCxnSpPr>
          <p:cNvPr id="220" name="Google Shape;220;p45"/>
          <p:cNvCxnSpPr/>
          <p:nvPr/>
        </p:nvCxnSpPr>
        <p:spPr>
          <a:xfrm>
            <a:off x="4388153" y="2603500"/>
            <a:ext cx="0" cy="3517500"/>
          </a:xfrm>
          <a:prstGeom prst="straightConnector1">
            <a:avLst/>
          </a:prstGeom>
          <a:noFill/>
          <a:ln w="12700" cap="flat" cmpd="sng">
            <a:solidFill>
              <a:schemeClr val="accent1">
                <a:alpha val="4000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1" name="Google Shape;221;p45"/>
          <p:cNvCxnSpPr/>
          <p:nvPr/>
        </p:nvCxnSpPr>
        <p:spPr>
          <a:xfrm>
            <a:off x="7801905" y="2603500"/>
            <a:ext cx="0" cy="3492600"/>
          </a:xfrm>
          <a:prstGeom prst="straightConnector1">
            <a:avLst/>
          </a:prstGeom>
          <a:noFill/>
          <a:ln w="12700" cap="flat" cmpd="sng">
            <a:solidFill>
              <a:schemeClr val="accent1">
                <a:alpha val="4000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2" name="Google Shape;222;p45"/>
          <p:cNvSpPr txBox="1">
            <a:spLocks noGrp="1"/>
          </p:cNvSpPr>
          <p:nvPr>
            <p:ph type="dt" idx="10"/>
          </p:nvPr>
        </p:nvSpPr>
        <p:spPr>
          <a:xfrm>
            <a:off x="10650938" y="6394061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45"/>
          <p:cNvSpPr txBox="1">
            <a:spLocks noGrp="1"/>
          </p:cNvSpPr>
          <p:nvPr>
            <p:ph type="ftr" idx="11"/>
          </p:nvPr>
        </p:nvSpPr>
        <p:spPr>
          <a:xfrm>
            <a:off x="528358" y="6391838"/>
            <a:ext cx="3859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4" name="Google Shape;224;p45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6"/>
          <p:cNvSpPr txBox="1">
            <a:spLocks noGrp="1"/>
          </p:cNvSpPr>
          <p:nvPr>
            <p:ph type="title"/>
          </p:nvPr>
        </p:nvSpPr>
        <p:spPr>
          <a:xfrm>
            <a:off x="1154953" y="973668"/>
            <a:ext cx="8825700" cy="7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46"/>
          <p:cNvSpPr txBox="1">
            <a:spLocks noGrp="1"/>
          </p:cNvSpPr>
          <p:nvPr>
            <p:ph type="body" idx="1"/>
          </p:nvPr>
        </p:nvSpPr>
        <p:spPr>
          <a:xfrm rot="5400000">
            <a:off x="3827417" y="-69050"/>
            <a:ext cx="3416400" cy="876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228" name="Google Shape;228;p46"/>
          <p:cNvSpPr txBox="1">
            <a:spLocks noGrp="1"/>
          </p:cNvSpPr>
          <p:nvPr>
            <p:ph type="dt" idx="10"/>
          </p:nvPr>
        </p:nvSpPr>
        <p:spPr>
          <a:xfrm>
            <a:off x="10650938" y="6394061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46"/>
          <p:cNvSpPr txBox="1">
            <a:spLocks noGrp="1"/>
          </p:cNvSpPr>
          <p:nvPr>
            <p:ph type="ftr" idx="11"/>
          </p:nvPr>
        </p:nvSpPr>
        <p:spPr>
          <a:xfrm>
            <a:off x="528358" y="6391838"/>
            <a:ext cx="3859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46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2" name="Google Shape;232;p47"/>
          <p:cNvGrpSpPr/>
          <p:nvPr/>
        </p:nvGrpSpPr>
        <p:grpSpPr>
          <a:xfrm>
            <a:off x="0" y="-2373"/>
            <a:ext cx="12192011" cy="6867027"/>
            <a:chOff x="0" y="-2373"/>
            <a:chExt cx="12192011" cy="6867027"/>
          </a:xfrm>
        </p:grpSpPr>
        <p:sp>
          <p:nvSpPr>
            <p:cNvPr id="233" name="Google Shape;233;p4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47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F7F7F7">
                    <a:alpha val="10196"/>
                  </a:srgbClr>
                </a:gs>
                <a:gs pos="36000">
                  <a:srgbClr val="F7F7F7">
                    <a:alpha val="9019"/>
                  </a:srgbClr>
                </a:gs>
                <a:gs pos="75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4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F7F7F7">
                    <a:alpha val="7058"/>
                  </a:srgbClr>
                </a:gs>
                <a:gs pos="36000">
                  <a:srgbClr val="F7F7F7">
                    <a:alpha val="7058"/>
                  </a:srgbClr>
                </a:gs>
                <a:gs pos="72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4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F7F7F7">
                    <a:alpha val="5882"/>
                  </a:srgbClr>
                </a:gs>
                <a:gs pos="36000">
                  <a:srgbClr val="F7F7F7">
                    <a:alpha val="5098"/>
                  </a:srgbClr>
                </a:gs>
                <a:gs pos="69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4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F7F7F7">
                    <a:alpha val="12941"/>
                  </a:srgbClr>
                </a:gs>
                <a:gs pos="36000">
                  <a:srgbClr val="F7F7F7">
                    <a:alpha val="5882"/>
                  </a:srgbClr>
                </a:gs>
                <a:gs pos="73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4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>
              <a:gsLst>
                <a:gs pos="0">
                  <a:srgbClr val="F7F7F7">
                    <a:alpha val="12941"/>
                  </a:srgbClr>
                </a:gs>
                <a:gs pos="36000">
                  <a:srgbClr val="F7F7F7">
                    <a:alpha val="5882"/>
                  </a:srgbClr>
                </a:gs>
                <a:gs pos="66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47"/>
            <p:cNvSpPr/>
            <p:nvPr/>
          </p:nvSpPr>
          <p:spPr>
            <a:xfrm rot="5101739">
              <a:off x="6294738" y="4577733"/>
              <a:ext cx="3299410" cy="440930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47"/>
            <p:cNvSpPr/>
            <p:nvPr/>
          </p:nvSpPr>
          <p:spPr>
            <a:xfrm>
              <a:off x="414867" y="402165"/>
              <a:ext cx="6510900" cy="6053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47"/>
            <p:cNvSpPr/>
            <p:nvPr/>
          </p:nvSpPr>
          <p:spPr>
            <a:xfrm rot="5400000">
              <a:off x="4449229" y="2801723"/>
              <a:ext cx="6053675" cy="1254560"/>
            </a:xfrm>
            <a:custGeom>
              <a:avLst/>
              <a:gdLst/>
              <a:ahLst/>
              <a:cxnLst/>
              <a:rect l="l" t="t" r="r" b="b"/>
              <a:pathLst>
                <a:path w="10000" h="8000" extrusionOk="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242" name="Google Shape;242;p47"/>
            <p:cNvSpPr/>
            <p:nvPr/>
          </p:nvSpPr>
          <p:spPr>
            <a:xfrm>
              <a:off x="0" y="1587"/>
              <a:ext cx="12192011" cy="6856413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243" name="Google Shape;243;p47"/>
          <p:cNvSpPr txBox="1">
            <a:spLocks noGrp="1"/>
          </p:cNvSpPr>
          <p:nvPr>
            <p:ph type="title"/>
          </p:nvPr>
        </p:nvSpPr>
        <p:spPr>
          <a:xfrm rot="5400000">
            <a:off x="6909389" y="2945868"/>
            <a:ext cx="4748700" cy="14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47"/>
          <p:cNvSpPr txBox="1">
            <a:spLocks noGrp="1"/>
          </p:cNvSpPr>
          <p:nvPr>
            <p:ph type="body" idx="1"/>
          </p:nvPr>
        </p:nvSpPr>
        <p:spPr>
          <a:xfrm rot="5400000">
            <a:off x="1904400" y="529068"/>
            <a:ext cx="4748700" cy="62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245" name="Google Shape;245;p47"/>
          <p:cNvSpPr txBox="1">
            <a:spLocks noGrp="1"/>
          </p:cNvSpPr>
          <p:nvPr>
            <p:ph type="dt" idx="10"/>
          </p:nvPr>
        </p:nvSpPr>
        <p:spPr>
          <a:xfrm>
            <a:off x="10650938" y="6394061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47"/>
          <p:cNvSpPr txBox="1">
            <a:spLocks noGrp="1"/>
          </p:cNvSpPr>
          <p:nvPr>
            <p:ph type="ftr" idx="11"/>
          </p:nvPr>
        </p:nvSpPr>
        <p:spPr>
          <a:xfrm>
            <a:off x="528358" y="6391838"/>
            <a:ext cx="3859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7" name="Google Shape;247;p47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31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47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30"/>
          <p:cNvGrpSpPr/>
          <p:nvPr/>
        </p:nvGrpSpPr>
        <p:grpSpPr>
          <a:xfrm>
            <a:off x="0" y="-2373"/>
            <a:ext cx="12192011" cy="6867027"/>
            <a:chOff x="0" y="-2373"/>
            <a:chExt cx="12192011" cy="6867027"/>
          </a:xfrm>
        </p:grpSpPr>
        <p:sp>
          <p:nvSpPr>
            <p:cNvPr id="7" name="Google Shape;7;p3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19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8;p30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F7F7F7">
                    <a:alpha val="10196"/>
                  </a:srgbClr>
                </a:gs>
                <a:gs pos="36000">
                  <a:srgbClr val="F7F7F7">
                    <a:alpha val="9019"/>
                  </a:srgbClr>
                </a:gs>
                <a:gs pos="75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9;p30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F7F7F7">
                    <a:alpha val="7058"/>
                  </a:srgbClr>
                </a:gs>
                <a:gs pos="36000">
                  <a:srgbClr val="F7F7F7">
                    <a:alpha val="7058"/>
                  </a:srgbClr>
                </a:gs>
                <a:gs pos="72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0;p3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F7F7F7">
                    <a:alpha val="5882"/>
                  </a:srgbClr>
                </a:gs>
                <a:gs pos="36000">
                  <a:srgbClr val="F7F7F7">
                    <a:alpha val="5098"/>
                  </a:srgbClr>
                </a:gs>
                <a:gs pos="69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1;p30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F7F7F7">
                    <a:alpha val="12941"/>
                  </a:srgbClr>
                </a:gs>
                <a:gs pos="36000">
                  <a:srgbClr val="F7F7F7">
                    <a:alpha val="5882"/>
                  </a:srgbClr>
                </a:gs>
                <a:gs pos="73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3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>
              <a:gsLst>
                <a:gs pos="0">
                  <a:srgbClr val="F7F7F7">
                    <a:alpha val="12941"/>
                  </a:srgbClr>
                </a:gs>
                <a:gs pos="36000">
                  <a:srgbClr val="F7F7F7">
                    <a:alpha val="5882"/>
                  </a:srgbClr>
                </a:gs>
                <a:gs pos="66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30"/>
            <p:cNvSpPr/>
            <p:nvPr/>
          </p:nvSpPr>
          <p:spPr>
            <a:xfrm rot="-589939">
              <a:off x="8490949" y="1797513"/>
              <a:ext cx="3299413" cy="440920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30"/>
            <p:cNvSpPr/>
            <p:nvPr/>
          </p:nvSpPr>
          <p:spPr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l" t="t" r="r" b="b"/>
              <a:pathLst>
                <a:path w="7104" h="2856" extrusionOk="0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Google Shape;15;p30"/>
            <p:cNvSpPr/>
            <p:nvPr/>
          </p:nvSpPr>
          <p:spPr>
            <a:xfrm>
              <a:off x="0" y="1587"/>
              <a:ext cx="12192011" cy="6856413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Google Shape;16;p30"/>
          <p:cNvSpPr txBox="1">
            <a:spLocks noGrp="1"/>
          </p:cNvSpPr>
          <p:nvPr>
            <p:ph type="title"/>
          </p:nvPr>
        </p:nvSpPr>
        <p:spPr>
          <a:xfrm>
            <a:off x="1154953" y="973668"/>
            <a:ext cx="8761500" cy="7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30"/>
          <p:cNvSpPr txBox="1">
            <a:spLocks noGrp="1"/>
          </p:cNvSpPr>
          <p:nvPr>
            <p:ph type="body" idx="1"/>
          </p:nvPr>
        </p:nvSpPr>
        <p:spPr>
          <a:xfrm>
            <a:off x="1154955" y="2603500"/>
            <a:ext cx="8761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2004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  <a:defRPr sz="18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0988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sz="16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299719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8956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8956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28956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28956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289559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289559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8" name="Google Shape;18;p30"/>
          <p:cNvSpPr txBox="1">
            <a:spLocks noGrp="1"/>
          </p:cNvSpPr>
          <p:nvPr>
            <p:ph type="dt" idx="10"/>
          </p:nvPr>
        </p:nvSpPr>
        <p:spPr>
          <a:xfrm>
            <a:off x="10650938" y="6394061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1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9" name="Google Shape;19;p30"/>
          <p:cNvSpPr txBox="1">
            <a:spLocks noGrp="1"/>
          </p:cNvSpPr>
          <p:nvPr>
            <p:ph type="ftr" idx="11"/>
          </p:nvPr>
        </p:nvSpPr>
        <p:spPr>
          <a:xfrm>
            <a:off x="528358" y="6391838"/>
            <a:ext cx="3859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1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20" name="Google Shape;20;p3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31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30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"/>
          <p:cNvSpPr txBox="1">
            <a:spLocks noGrp="1"/>
          </p:cNvSpPr>
          <p:nvPr>
            <p:ph type="ctrTitle"/>
          </p:nvPr>
        </p:nvSpPr>
        <p:spPr>
          <a:xfrm>
            <a:off x="1533375" y="1681475"/>
            <a:ext cx="7273800" cy="26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lang="en-US" sz="5800"/>
              <a:t>Infrastructure as Code</a:t>
            </a:r>
            <a:endParaRPr sz="5800"/>
          </a:p>
        </p:txBody>
      </p:sp>
      <p:sp>
        <p:nvSpPr>
          <p:cNvPr id="254" name="Google Shape;254;p1"/>
          <p:cNvSpPr txBox="1">
            <a:spLocks noGrp="1"/>
          </p:cNvSpPr>
          <p:nvPr>
            <p:ph type="subTitle" idx="1"/>
          </p:nvPr>
        </p:nvSpPr>
        <p:spPr>
          <a:xfrm>
            <a:off x="4069430" y="3416605"/>
            <a:ext cx="8825700" cy="8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r>
              <a:rPr lang="en-US" sz="5500"/>
              <a:t>and Terraform</a:t>
            </a:r>
            <a:endParaRPr sz="5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1bc4a20da6c_0_0"/>
          <p:cNvSpPr txBox="1">
            <a:spLocks noGrp="1"/>
          </p:cNvSpPr>
          <p:nvPr>
            <p:ph type="title"/>
          </p:nvPr>
        </p:nvSpPr>
        <p:spPr>
          <a:xfrm>
            <a:off x="735075" y="2287050"/>
            <a:ext cx="5484300" cy="22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5400"/>
              <a:t>Infrastructure as Code</a:t>
            </a:r>
            <a:endParaRPr sz="5400"/>
          </a:p>
        </p:txBody>
      </p:sp>
      <p:sp>
        <p:nvSpPr>
          <p:cNvPr id="260" name="Google Shape;260;g1bc4a20da6c_0_0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6"/>
          <p:cNvSpPr txBox="1">
            <a:spLocks noGrp="1"/>
          </p:cNvSpPr>
          <p:nvPr>
            <p:ph type="title"/>
          </p:nvPr>
        </p:nvSpPr>
        <p:spPr>
          <a:xfrm>
            <a:off x="1154953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</a:pPr>
            <a:r>
              <a:rPr lang="en-US"/>
              <a:t>What is Infrastructure as Code</a:t>
            </a:r>
            <a:endParaRPr/>
          </a:p>
        </p:txBody>
      </p:sp>
      <p:sp>
        <p:nvSpPr>
          <p:cNvPr id="266" name="Google Shape;266;p6"/>
          <p:cNvSpPr txBox="1">
            <a:spLocks noGrp="1"/>
          </p:cNvSpPr>
          <p:nvPr>
            <p:ph type="body" idx="1"/>
          </p:nvPr>
        </p:nvSpPr>
        <p:spPr>
          <a:xfrm>
            <a:off x="1154954" y="2603500"/>
            <a:ext cx="8082035" cy="3750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Infrastructure as code (IaC) is the process of managing and provisioning computer data centers through machine-readable definition files, rather than physical hardware configuration or interactive configuration tools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The IT infrastructure managed by this process comprises both physical equipment, such as bare-metal servers, as well as virtual machines, and associated configuration resources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The definitions may be in a version control system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The code in the definition files may use either scripts or declarative definitions, rather than maintaining the code through manual processes, but IaC more often employs declarative approaches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endParaRPr/>
          </a:p>
        </p:txBody>
      </p:sp>
      <p:sp>
        <p:nvSpPr>
          <p:cNvPr id="267" name="Google Shape;267;p6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1fc6489f100_1_16"/>
          <p:cNvSpPr txBox="1">
            <a:spLocks noGrp="1"/>
          </p:cNvSpPr>
          <p:nvPr>
            <p:ph type="title"/>
          </p:nvPr>
        </p:nvSpPr>
        <p:spPr>
          <a:xfrm>
            <a:off x="1154953" y="973668"/>
            <a:ext cx="8761500" cy="7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</a:pPr>
            <a:r>
              <a:rPr lang="en-US"/>
              <a:t>Infrastructure as Code</a:t>
            </a:r>
            <a:endParaRPr/>
          </a:p>
        </p:txBody>
      </p:sp>
      <p:sp>
        <p:nvSpPr>
          <p:cNvPr id="273" name="Google Shape;273;g1fc6489f100_1_16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274" name="Google Shape;274;g1fc6489f100_1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8763" y="2470100"/>
            <a:ext cx="7402225" cy="407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1fad0cd2aa2_0_2"/>
          <p:cNvSpPr txBox="1">
            <a:spLocks noGrp="1"/>
          </p:cNvSpPr>
          <p:nvPr>
            <p:ph type="title"/>
          </p:nvPr>
        </p:nvSpPr>
        <p:spPr>
          <a:xfrm>
            <a:off x="1154953" y="973668"/>
            <a:ext cx="8761500" cy="7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</a:pPr>
            <a:r>
              <a:rPr lang="en-US"/>
              <a:t>Before IaC</a:t>
            </a:r>
            <a:endParaRPr/>
          </a:p>
        </p:txBody>
      </p:sp>
      <p:sp>
        <p:nvSpPr>
          <p:cNvPr id="280" name="Google Shape;280;g1fad0cd2aa2_0_2"/>
          <p:cNvSpPr txBox="1">
            <a:spLocks noGrp="1"/>
          </p:cNvSpPr>
          <p:nvPr>
            <p:ph type="body" idx="1"/>
          </p:nvPr>
        </p:nvSpPr>
        <p:spPr>
          <a:xfrm>
            <a:off x="1154954" y="2603500"/>
            <a:ext cx="8082000" cy="37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Manually managing a server or two has been a full-time job for decades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In many cases, we managed physical hardware in local or remote datacenters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Alternatively, a virtualization layer was built on top of that physical hardware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Even from the early days the cloud had infrastructure configuration services (like CloudFormation in AWS) but it felt complex and was not widely used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Requests to create VMs, add disks, expand disks, setup network, add K8s clusters, node K8s workers all this was done manually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endParaRPr/>
          </a:p>
        </p:txBody>
      </p:sp>
      <p:sp>
        <p:nvSpPr>
          <p:cNvPr id="281" name="Google Shape;281;g1fad0cd2aa2_0_2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1bc4a20da6c_1_15"/>
          <p:cNvSpPr txBox="1">
            <a:spLocks noGrp="1"/>
          </p:cNvSpPr>
          <p:nvPr>
            <p:ph type="title"/>
          </p:nvPr>
        </p:nvSpPr>
        <p:spPr>
          <a:xfrm>
            <a:off x="1154953" y="973668"/>
            <a:ext cx="8761500" cy="7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</a:pPr>
            <a:r>
              <a:rPr lang="en-US"/>
              <a:t>What changed?</a:t>
            </a:r>
            <a:endParaRPr/>
          </a:p>
        </p:txBody>
      </p:sp>
      <p:sp>
        <p:nvSpPr>
          <p:cNvPr id="287" name="Google Shape;287;g1bc4a20da6c_1_15"/>
          <p:cNvSpPr txBox="1">
            <a:spLocks noGrp="1"/>
          </p:cNvSpPr>
          <p:nvPr>
            <p:ph type="body" idx="1"/>
          </p:nvPr>
        </p:nvSpPr>
        <p:spPr>
          <a:xfrm>
            <a:off x="1154954" y="2603500"/>
            <a:ext cx="8082000" cy="37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2004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Shift from the datacenters to the cloud</a:t>
            </a:r>
            <a:endParaRPr/>
          </a:p>
          <a:p>
            <a:pPr marL="457200" lvl="0" indent="-32004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DevOps &amp; Agile, virtualization and the Cloud have shortened s/w development cycles, affecting infrastructure</a:t>
            </a:r>
            <a:endParaRPr/>
          </a:p>
          <a:p>
            <a:pPr marL="457200" lvl="0" indent="-32004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Nowadays, engineers can need a dozen or a hundred servers for their workloads</a:t>
            </a:r>
            <a:endParaRPr/>
          </a:p>
          <a:p>
            <a:pPr marL="457200" lvl="0" indent="-32004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Microservices introduced a ton of separate tools with their own needs for infrastructure</a:t>
            </a:r>
            <a:endParaRPr/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endParaRPr/>
          </a:p>
        </p:txBody>
      </p:sp>
      <p:sp>
        <p:nvSpPr>
          <p:cNvPr id="288" name="Google Shape;288;g1bc4a20da6c_1_15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289" name="Google Shape;289;g1bc4a20da6c_1_15"/>
          <p:cNvSpPr txBox="1"/>
          <p:nvPr/>
        </p:nvSpPr>
        <p:spPr>
          <a:xfrm>
            <a:off x="2341975" y="5066525"/>
            <a:ext cx="60183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>
                <a:solidFill>
                  <a:srgbClr val="0B5394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SCALE</a:t>
            </a:r>
            <a:endParaRPr sz="5200">
              <a:solidFill>
                <a:srgbClr val="0B5394"/>
              </a:solidFill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1fad0cd2aa2_0_17"/>
          <p:cNvSpPr txBox="1">
            <a:spLocks noGrp="1"/>
          </p:cNvSpPr>
          <p:nvPr>
            <p:ph type="title"/>
          </p:nvPr>
        </p:nvSpPr>
        <p:spPr>
          <a:xfrm>
            <a:off x="1154953" y="973668"/>
            <a:ext cx="8761500" cy="7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</a:pPr>
            <a:r>
              <a:rPr lang="en-US"/>
              <a:t>Benefits of IaC</a:t>
            </a:r>
            <a:endParaRPr/>
          </a:p>
        </p:txBody>
      </p:sp>
      <p:sp>
        <p:nvSpPr>
          <p:cNvPr id="295" name="Google Shape;295;g1fad0cd2aa2_0_17"/>
          <p:cNvSpPr txBox="1">
            <a:spLocks noGrp="1"/>
          </p:cNvSpPr>
          <p:nvPr>
            <p:ph type="body" idx="1"/>
          </p:nvPr>
        </p:nvSpPr>
        <p:spPr>
          <a:xfrm>
            <a:off x="1154954" y="2603500"/>
            <a:ext cx="8082000" cy="37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Price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Consistency 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Speed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Documentation 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Visibility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Troubleshooting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Common tooling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Scalability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Lower risk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endParaRPr/>
          </a:p>
        </p:txBody>
      </p:sp>
      <p:sp>
        <p:nvSpPr>
          <p:cNvPr id="296" name="Google Shape;296;g1fad0cd2aa2_0_17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1fc6489f100_1_0"/>
          <p:cNvSpPr txBox="1">
            <a:spLocks noGrp="1"/>
          </p:cNvSpPr>
          <p:nvPr>
            <p:ph type="title"/>
          </p:nvPr>
        </p:nvSpPr>
        <p:spPr>
          <a:xfrm>
            <a:off x="1154953" y="973668"/>
            <a:ext cx="8761500" cy="7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</a:pPr>
            <a:r>
              <a:rPr lang="en-US"/>
              <a:t>Importance of IaC</a:t>
            </a:r>
            <a:endParaRPr/>
          </a:p>
        </p:txBody>
      </p:sp>
      <p:sp>
        <p:nvSpPr>
          <p:cNvPr id="302" name="Google Shape;302;g1fc6489f100_1_0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graphicFrame>
        <p:nvGraphicFramePr>
          <p:cNvPr id="303" name="Google Shape;303;g1fc6489f100_1_0"/>
          <p:cNvGraphicFramePr/>
          <p:nvPr/>
        </p:nvGraphicFramePr>
        <p:xfrm>
          <a:off x="2665425" y="2807313"/>
          <a:ext cx="6619875" cy="272415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{8A4FA31B-89D0-4A84-9B37-D9E5FC9E893A}</a:tableStyleId>
              </a:tblPr>
              <a:tblGrid>
                <a:gridCol w="3314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5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6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150" b="1">
                          <a:solidFill>
                            <a:srgbClr val="222222"/>
                          </a:solidFill>
                          <a:highlight>
                            <a:srgbClr val="FFFFFF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DevOps without IaC</a:t>
                      </a:r>
                      <a:endParaRPr sz="1150" b="1">
                        <a:solidFill>
                          <a:srgbClr val="222222"/>
                        </a:solidFill>
                        <a:highlight>
                          <a:srgbClr val="FFFFFF"/>
                        </a:highlight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6200" marR="76200" marT="19050" marB="19050">
                    <a:lnL w="9525" cap="flat" cmpd="sng">
                      <a:solidFill>
                        <a:srgbClr val="79797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9797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979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979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150" b="1">
                          <a:solidFill>
                            <a:srgbClr val="222222"/>
                          </a:solidFill>
                          <a:highlight>
                            <a:srgbClr val="FFFFFF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DevOps with IaC</a:t>
                      </a:r>
                      <a:endParaRPr sz="1150" b="1">
                        <a:solidFill>
                          <a:srgbClr val="222222"/>
                        </a:solidFill>
                        <a:highlight>
                          <a:srgbClr val="FFFFFF"/>
                        </a:highlight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6200" marR="76200" marT="19050" marB="19050">
                    <a:lnL w="9525" cap="flat" cmpd="sng">
                      <a:solidFill>
                        <a:srgbClr val="79797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9797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979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979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150">
                          <a:solidFill>
                            <a:srgbClr val="222222"/>
                          </a:solidFill>
                          <a:highlight>
                            <a:srgbClr val="FFFFFF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Manual setup phases for each deployment</a:t>
                      </a:r>
                      <a:endParaRPr sz="1150">
                        <a:solidFill>
                          <a:srgbClr val="222222"/>
                        </a:solidFill>
                        <a:highlight>
                          <a:srgbClr val="FFFFFF"/>
                        </a:highlight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6200" marR="76200" marT="19050" marB="19050">
                    <a:lnL w="9525" cap="flat" cmpd="sng">
                      <a:solidFill>
                        <a:srgbClr val="79797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9797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979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979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150">
                          <a:solidFill>
                            <a:srgbClr val="222222"/>
                          </a:solidFill>
                          <a:highlight>
                            <a:srgbClr val="FFFFFF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Codes are used to specify configurations and reused them. </a:t>
                      </a:r>
                      <a:endParaRPr sz="1150">
                        <a:solidFill>
                          <a:srgbClr val="222222"/>
                        </a:solidFill>
                        <a:highlight>
                          <a:srgbClr val="FFFFFF"/>
                        </a:highlight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6200" marR="76200" marT="19050" marB="19050">
                    <a:lnL w="9525" cap="flat" cmpd="sng">
                      <a:solidFill>
                        <a:srgbClr val="79797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9797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979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979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150">
                          <a:solidFill>
                            <a:srgbClr val="222222"/>
                          </a:solidFill>
                          <a:highlight>
                            <a:srgbClr val="FFFFFF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Teardowns and deployments are slow</a:t>
                      </a:r>
                      <a:endParaRPr sz="1150">
                        <a:solidFill>
                          <a:srgbClr val="222222"/>
                        </a:solidFill>
                        <a:highlight>
                          <a:srgbClr val="FFFFFF"/>
                        </a:highlight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6200" marR="76200" marT="19050" marB="19050">
                    <a:lnL w="9525" cap="flat" cmpd="sng">
                      <a:solidFill>
                        <a:srgbClr val="79797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9797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979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979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150">
                          <a:solidFill>
                            <a:srgbClr val="222222"/>
                          </a:solidFill>
                          <a:highlight>
                            <a:srgbClr val="FFFFFF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Teardowns and deployments are instant</a:t>
                      </a:r>
                      <a:endParaRPr sz="1150">
                        <a:solidFill>
                          <a:srgbClr val="222222"/>
                        </a:solidFill>
                        <a:highlight>
                          <a:srgbClr val="FFFFFF"/>
                        </a:highlight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6200" marR="76200" marT="19050" marB="19050">
                    <a:lnL w="9525" cap="flat" cmpd="sng">
                      <a:solidFill>
                        <a:srgbClr val="79797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9797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979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979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150">
                          <a:solidFill>
                            <a:srgbClr val="222222"/>
                          </a:solidFill>
                          <a:highlight>
                            <a:srgbClr val="FFFFFF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Setups (hardware and software) are prone to errors</a:t>
                      </a:r>
                      <a:endParaRPr sz="1150">
                        <a:solidFill>
                          <a:srgbClr val="222222"/>
                        </a:solidFill>
                        <a:highlight>
                          <a:srgbClr val="FFFFFF"/>
                        </a:highlight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6200" marR="76200" marT="19050" marB="19050">
                    <a:lnL w="9525" cap="flat" cmpd="sng">
                      <a:solidFill>
                        <a:srgbClr val="79797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9797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979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979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150">
                          <a:solidFill>
                            <a:srgbClr val="222222"/>
                          </a:solidFill>
                          <a:highlight>
                            <a:srgbClr val="FFFFFF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Setups are stored in version control.  </a:t>
                      </a:r>
                      <a:endParaRPr sz="1150">
                        <a:solidFill>
                          <a:srgbClr val="222222"/>
                        </a:solidFill>
                        <a:highlight>
                          <a:srgbClr val="FFFFFF"/>
                        </a:highlight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6200" marR="76200" marT="19050" marB="19050">
                    <a:lnL w="9525" cap="flat" cmpd="sng">
                      <a:solidFill>
                        <a:srgbClr val="79797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9797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979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979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150">
                          <a:solidFill>
                            <a:srgbClr val="222222"/>
                          </a:solidFill>
                          <a:highlight>
                            <a:srgbClr val="FFFFFF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Best practices are documented  </a:t>
                      </a:r>
                      <a:endParaRPr sz="1150">
                        <a:solidFill>
                          <a:srgbClr val="222222"/>
                        </a:solidFill>
                        <a:highlight>
                          <a:srgbClr val="FFFFFF"/>
                        </a:highlight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6200" marR="76200" marT="19050" marB="19050">
                    <a:lnL w="9525" cap="flat" cmpd="sng">
                      <a:solidFill>
                        <a:srgbClr val="79797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9797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979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979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150">
                          <a:solidFill>
                            <a:srgbClr val="222222"/>
                          </a:solidFill>
                          <a:highlight>
                            <a:srgbClr val="FFFFFF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Best practices are written inside the code</a:t>
                      </a:r>
                      <a:endParaRPr sz="1150">
                        <a:solidFill>
                          <a:srgbClr val="222222"/>
                        </a:solidFill>
                        <a:highlight>
                          <a:srgbClr val="FFFFFF"/>
                        </a:highlight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6200" marR="76200" marT="19050" marB="19050">
                    <a:lnL w="9525" cap="flat" cmpd="sng">
                      <a:solidFill>
                        <a:srgbClr val="79797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9797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979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979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150">
                          <a:solidFill>
                            <a:srgbClr val="222222"/>
                          </a:solidFill>
                          <a:highlight>
                            <a:srgbClr val="FFFFFF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Troubleshooting and manual work is required for rollbacks</a:t>
                      </a:r>
                      <a:endParaRPr sz="1150">
                        <a:solidFill>
                          <a:srgbClr val="222222"/>
                        </a:solidFill>
                        <a:highlight>
                          <a:srgbClr val="FFFFFF"/>
                        </a:highlight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6200" marR="76200" marT="19050" marB="19050">
                    <a:lnL w="9525" cap="flat" cmpd="sng">
                      <a:solidFill>
                        <a:srgbClr val="79797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9797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979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979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150">
                          <a:solidFill>
                            <a:srgbClr val="222222"/>
                          </a:solidFill>
                          <a:highlight>
                            <a:srgbClr val="FFFFFF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Simple and instant rollbacks  </a:t>
                      </a:r>
                      <a:endParaRPr sz="1150">
                        <a:solidFill>
                          <a:srgbClr val="222222"/>
                        </a:solidFill>
                        <a:highlight>
                          <a:srgbClr val="FFFFFF"/>
                        </a:highlight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6200" marR="76200" marT="19050" marB="19050">
                    <a:lnL w="9525" cap="flat" cmpd="sng">
                      <a:solidFill>
                        <a:srgbClr val="79797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9797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9797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9797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1fc6489f100_1_10"/>
          <p:cNvSpPr txBox="1">
            <a:spLocks noGrp="1"/>
          </p:cNvSpPr>
          <p:nvPr>
            <p:ph type="title"/>
          </p:nvPr>
        </p:nvSpPr>
        <p:spPr>
          <a:xfrm>
            <a:off x="1154953" y="973668"/>
            <a:ext cx="8761500" cy="7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</a:pPr>
            <a:r>
              <a:rPr lang="en-US"/>
              <a:t>IaC: Imperative vs Declarative</a:t>
            </a:r>
            <a:endParaRPr/>
          </a:p>
        </p:txBody>
      </p:sp>
      <p:sp>
        <p:nvSpPr>
          <p:cNvPr id="309" name="Google Shape;309;g1fc6489f100_1_10"/>
          <p:cNvSpPr txBox="1">
            <a:spLocks noGrp="1"/>
          </p:cNvSpPr>
          <p:nvPr>
            <p:ph type="body" idx="1"/>
          </p:nvPr>
        </p:nvSpPr>
        <p:spPr>
          <a:xfrm>
            <a:off x="1154954" y="2603500"/>
            <a:ext cx="8082000" cy="37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Imperative</a:t>
            </a:r>
            <a:endParaRPr/>
          </a:p>
          <a:p>
            <a:pPr marL="914400" lvl="1" indent="-32004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Define the steps to execute in order to reach the desired solution</a:t>
            </a:r>
            <a:endParaRPr/>
          </a:p>
          <a:p>
            <a:pPr marL="914400" lvl="1" indent="-32004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Closer to how a human thinks - a series of steps</a:t>
            </a:r>
            <a:endParaRPr/>
          </a:p>
          <a:p>
            <a:pPr marL="914400" lvl="1" indent="-32004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Can go into detail / has more control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Declarative</a:t>
            </a:r>
            <a:endParaRPr/>
          </a:p>
          <a:p>
            <a:pPr marL="914400" lvl="1" indent="-32004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Define the desired state of the final solution, and the automation platform determines how to achieve that state</a:t>
            </a:r>
            <a:endParaRPr/>
          </a:p>
          <a:p>
            <a:pPr marL="914400" lvl="1" indent="-32004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Since we only define the state of the final configuration, the complexity is hidden from the user</a:t>
            </a:r>
            <a:endParaRPr/>
          </a:p>
          <a:p>
            <a:pPr marL="914400" lvl="1" indent="-32004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Idempotent: can be executed multiple times with the same result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endParaRPr/>
          </a:p>
        </p:txBody>
      </p:sp>
      <p:sp>
        <p:nvSpPr>
          <p:cNvPr id="310" name="Google Shape;310;g1fc6489f100_1_10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1fc6489f100_1_27"/>
          <p:cNvSpPr txBox="1">
            <a:spLocks noGrp="1"/>
          </p:cNvSpPr>
          <p:nvPr>
            <p:ph type="title"/>
          </p:nvPr>
        </p:nvSpPr>
        <p:spPr>
          <a:xfrm>
            <a:off x="1154953" y="973668"/>
            <a:ext cx="8761500" cy="7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</a:pPr>
            <a:r>
              <a:rPr lang="en-US"/>
              <a:t>Types of IaC</a:t>
            </a:r>
            <a:endParaRPr/>
          </a:p>
        </p:txBody>
      </p:sp>
      <p:sp>
        <p:nvSpPr>
          <p:cNvPr id="316" name="Google Shape;316;g1fc6489f100_1_27"/>
          <p:cNvSpPr txBox="1">
            <a:spLocks noGrp="1"/>
          </p:cNvSpPr>
          <p:nvPr>
            <p:ph type="body" idx="1"/>
          </p:nvPr>
        </p:nvSpPr>
        <p:spPr>
          <a:xfrm>
            <a:off x="1154954" y="2603500"/>
            <a:ext cx="8082000" cy="37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Scripting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Configuration management tools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Provisioning tools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Containers and templating tools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endParaRPr/>
          </a:p>
        </p:txBody>
      </p:sp>
      <p:sp>
        <p:nvSpPr>
          <p:cNvPr id="317" name="Google Shape;317;g1fc6489f100_1_27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1fc6489f100_1_34"/>
          <p:cNvSpPr txBox="1">
            <a:spLocks noGrp="1"/>
          </p:cNvSpPr>
          <p:nvPr>
            <p:ph type="title"/>
          </p:nvPr>
        </p:nvSpPr>
        <p:spPr>
          <a:xfrm>
            <a:off x="1154953" y="973668"/>
            <a:ext cx="8761500" cy="7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</a:pPr>
            <a:r>
              <a:rPr lang="en-US"/>
              <a:t>IaC best practices</a:t>
            </a:r>
            <a:endParaRPr/>
          </a:p>
        </p:txBody>
      </p:sp>
      <p:sp>
        <p:nvSpPr>
          <p:cNvPr id="323" name="Google Shape;323;g1fc6489f100_1_34"/>
          <p:cNvSpPr txBox="1">
            <a:spLocks noGrp="1"/>
          </p:cNvSpPr>
          <p:nvPr>
            <p:ph type="body" idx="1"/>
          </p:nvPr>
        </p:nvSpPr>
        <p:spPr>
          <a:xfrm>
            <a:off x="1154954" y="2603500"/>
            <a:ext cx="8082000" cy="37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Little or no documentation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Version control all configuration files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Constantly test configurations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Modular approach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endParaRPr/>
          </a:p>
        </p:txBody>
      </p:sp>
      <p:sp>
        <p:nvSpPr>
          <p:cNvPr id="324" name="Google Shape;324;g1fc6489f100_1_34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fc6489f100_1_41"/>
          <p:cNvSpPr txBox="1">
            <a:spLocks noGrp="1"/>
          </p:cNvSpPr>
          <p:nvPr>
            <p:ph type="title"/>
          </p:nvPr>
        </p:nvSpPr>
        <p:spPr>
          <a:xfrm>
            <a:off x="1154953" y="973668"/>
            <a:ext cx="8761500" cy="7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</a:pPr>
            <a:r>
              <a:rPr lang="en-US"/>
              <a:t>IaC tools</a:t>
            </a:r>
            <a:endParaRPr/>
          </a:p>
        </p:txBody>
      </p:sp>
      <p:sp>
        <p:nvSpPr>
          <p:cNvPr id="330" name="Google Shape;330;g1fc6489f100_1_41"/>
          <p:cNvSpPr txBox="1">
            <a:spLocks noGrp="1"/>
          </p:cNvSpPr>
          <p:nvPr>
            <p:ph type="body" idx="1"/>
          </p:nvPr>
        </p:nvSpPr>
        <p:spPr>
          <a:xfrm>
            <a:off x="1154954" y="2603500"/>
            <a:ext cx="8082000" cy="37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Terraform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Puppet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Chef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Ansible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AWS Cloudformation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Azure Resource Manager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Google Cloud Deployment Manager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Pulumi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endParaRPr/>
          </a:p>
        </p:txBody>
      </p:sp>
      <p:sp>
        <p:nvSpPr>
          <p:cNvPr id="331" name="Google Shape;331;g1fc6489f100_1_41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1fc6489f100_1_47"/>
          <p:cNvSpPr txBox="1">
            <a:spLocks noGrp="1"/>
          </p:cNvSpPr>
          <p:nvPr>
            <p:ph type="title"/>
          </p:nvPr>
        </p:nvSpPr>
        <p:spPr>
          <a:xfrm>
            <a:off x="735075" y="2287050"/>
            <a:ext cx="5484300" cy="22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5400"/>
              <a:t>Terraform</a:t>
            </a:r>
            <a:endParaRPr sz="5400"/>
          </a:p>
        </p:txBody>
      </p:sp>
      <p:sp>
        <p:nvSpPr>
          <p:cNvPr id="343" name="Google Shape;343;g1fc6489f100_1_47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1fc6489f100_1_52"/>
          <p:cNvSpPr txBox="1">
            <a:spLocks noGrp="1"/>
          </p:cNvSpPr>
          <p:nvPr>
            <p:ph type="title"/>
          </p:nvPr>
        </p:nvSpPr>
        <p:spPr>
          <a:xfrm>
            <a:off x="1154953" y="973668"/>
            <a:ext cx="8761500" cy="7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</a:pPr>
            <a:r>
              <a:rPr lang="en-US"/>
              <a:t>What is Terraform?</a:t>
            </a:r>
            <a:endParaRPr/>
          </a:p>
        </p:txBody>
      </p:sp>
      <p:sp>
        <p:nvSpPr>
          <p:cNvPr id="349" name="Google Shape;349;g1fc6489f100_1_52"/>
          <p:cNvSpPr txBox="1">
            <a:spLocks noGrp="1"/>
          </p:cNvSpPr>
          <p:nvPr>
            <p:ph type="body" idx="1"/>
          </p:nvPr>
        </p:nvSpPr>
        <p:spPr>
          <a:xfrm>
            <a:off x="1154954" y="2603500"/>
            <a:ext cx="8082000" cy="37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HashiCorp Terraform is an infrastructure as code tool that lets you define both cloud and on-prem resources in human-readable configuration files that you can version, reuse, and share. 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You can then use a consistent workflow to provision and manage all of your infrastructure throughout its lifecycle. 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Terraform can manage low-level components like compute, storage, and networking resources, as well as high-level components like DNS entries and SaaS features.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endParaRPr/>
          </a:p>
        </p:txBody>
      </p:sp>
      <p:sp>
        <p:nvSpPr>
          <p:cNvPr id="350" name="Google Shape;350;g1fc6489f100_1_52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1fc6489f100_1_61"/>
          <p:cNvSpPr txBox="1">
            <a:spLocks noGrp="1"/>
          </p:cNvSpPr>
          <p:nvPr>
            <p:ph type="title"/>
          </p:nvPr>
        </p:nvSpPr>
        <p:spPr>
          <a:xfrm>
            <a:off x="1154953" y="973668"/>
            <a:ext cx="8761500" cy="7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</a:pPr>
            <a:r>
              <a:rPr lang="en-US"/>
              <a:t>Terraform key features</a:t>
            </a:r>
            <a:endParaRPr/>
          </a:p>
        </p:txBody>
      </p:sp>
      <p:sp>
        <p:nvSpPr>
          <p:cNvPr id="356" name="Google Shape;356;g1fc6489f100_1_61"/>
          <p:cNvSpPr txBox="1">
            <a:spLocks noGrp="1"/>
          </p:cNvSpPr>
          <p:nvPr>
            <p:ph type="body" idx="1"/>
          </p:nvPr>
        </p:nvSpPr>
        <p:spPr>
          <a:xfrm>
            <a:off x="1154954" y="2603500"/>
            <a:ext cx="8082000" cy="37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Infrastructure as Code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Execution plans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Resource Graph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Change Automation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endParaRPr/>
          </a:p>
        </p:txBody>
      </p:sp>
      <p:sp>
        <p:nvSpPr>
          <p:cNvPr id="357" name="Google Shape;357;g1fc6489f100_1_61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1fc6489f100_1_67"/>
          <p:cNvSpPr txBox="1">
            <a:spLocks noGrp="1"/>
          </p:cNvSpPr>
          <p:nvPr>
            <p:ph type="title"/>
          </p:nvPr>
        </p:nvSpPr>
        <p:spPr>
          <a:xfrm>
            <a:off x="1154953" y="973668"/>
            <a:ext cx="8761500" cy="7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</a:pPr>
            <a:r>
              <a:rPr lang="en-US"/>
              <a:t>Terraform: how it works</a:t>
            </a:r>
            <a:endParaRPr/>
          </a:p>
        </p:txBody>
      </p:sp>
      <p:sp>
        <p:nvSpPr>
          <p:cNvPr id="363" name="Google Shape;363;g1fc6489f100_1_67"/>
          <p:cNvSpPr txBox="1">
            <a:spLocks noGrp="1"/>
          </p:cNvSpPr>
          <p:nvPr>
            <p:ph type="body" idx="1"/>
          </p:nvPr>
        </p:nvSpPr>
        <p:spPr>
          <a:xfrm>
            <a:off x="1154954" y="2603500"/>
            <a:ext cx="8082000" cy="37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Creates and manages resources on cloud platforms and other services via their APIs. 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Providers enable TF to work with any platform with an API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endParaRPr/>
          </a:p>
        </p:txBody>
      </p:sp>
      <p:sp>
        <p:nvSpPr>
          <p:cNvPr id="364" name="Google Shape;364;g1fc6489f100_1_67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pic>
        <p:nvPicPr>
          <p:cNvPr id="365" name="Google Shape;365;g1fc6489f100_1_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5399" y="3612002"/>
            <a:ext cx="8721203" cy="274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1fc6489f100_1_75"/>
          <p:cNvSpPr txBox="1">
            <a:spLocks noGrp="1"/>
          </p:cNvSpPr>
          <p:nvPr>
            <p:ph type="title"/>
          </p:nvPr>
        </p:nvSpPr>
        <p:spPr>
          <a:xfrm>
            <a:off x="1154953" y="973668"/>
            <a:ext cx="8761500" cy="7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</a:pPr>
            <a:r>
              <a:rPr lang="en-US"/>
              <a:t>Terraform workflow</a:t>
            </a:r>
            <a:endParaRPr/>
          </a:p>
        </p:txBody>
      </p:sp>
      <p:sp>
        <p:nvSpPr>
          <p:cNvPr id="371" name="Google Shape;371;g1fc6489f100_1_75"/>
          <p:cNvSpPr txBox="1">
            <a:spLocks noGrp="1"/>
          </p:cNvSpPr>
          <p:nvPr>
            <p:ph type="body" idx="1"/>
          </p:nvPr>
        </p:nvSpPr>
        <p:spPr>
          <a:xfrm>
            <a:off x="1154954" y="2603500"/>
            <a:ext cx="8082000" cy="37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 b="1"/>
              <a:t>Write:</a:t>
            </a:r>
            <a:r>
              <a:rPr lang="en-US"/>
              <a:t> define resources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 b="1"/>
              <a:t>Plan:</a:t>
            </a:r>
            <a:r>
              <a:rPr lang="en-US"/>
              <a:t> TF creates execution plan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 b="1"/>
              <a:t>Apply: </a:t>
            </a:r>
            <a:r>
              <a:rPr lang="en-US"/>
              <a:t>TF performs the operations in proper order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endParaRPr/>
          </a:p>
        </p:txBody>
      </p:sp>
      <p:sp>
        <p:nvSpPr>
          <p:cNvPr id="372" name="Google Shape;372;g1fc6489f100_1_75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1fc6489f100_1_90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pic>
        <p:nvPicPr>
          <p:cNvPr id="378" name="Google Shape;378;g1fc6489f100_1_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8750" y="152400"/>
            <a:ext cx="7532667" cy="6553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1fc6489f100_1_97"/>
          <p:cNvSpPr txBox="1">
            <a:spLocks noGrp="1"/>
          </p:cNvSpPr>
          <p:nvPr>
            <p:ph type="title"/>
          </p:nvPr>
        </p:nvSpPr>
        <p:spPr>
          <a:xfrm>
            <a:off x="1154953" y="973668"/>
            <a:ext cx="8761500" cy="7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</a:pPr>
            <a:r>
              <a:rPr lang="en-US"/>
              <a:t>Terraform language</a:t>
            </a:r>
            <a:endParaRPr/>
          </a:p>
        </p:txBody>
      </p:sp>
      <p:sp>
        <p:nvSpPr>
          <p:cNvPr id="384" name="Google Shape;384;g1fc6489f100_1_97"/>
          <p:cNvSpPr txBox="1">
            <a:spLocks noGrp="1"/>
          </p:cNvSpPr>
          <p:nvPr>
            <p:ph type="body" idx="1"/>
          </p:nvPr>
        </p:nvSpPr>
        <p:spPr>
          <a:xfrm>
            <a:off x="1154954" y="2603500"/>
            <a:ext cx="8082000" cy="37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Purpose: declare resources which represent infrastructure objects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Configuration can consist of multiple files and directories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Declarative language</a:t>
            </a:r>
            <a:endParaRPr/>
          </a:p>
          <a:p>
            <a:pPr marL="914400" lvl="1" indent="-32004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describes intended goal</a:t>
            </a:r>
            <a:endParaRPr/>
          </a:p>
          <a:p>
            <a:pPr marL="914400" lvl="1" indent="-32004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order is not significant</a:t>
            </a:r>
            <a:endParaRPr/>
          </a:p>
          <a:p>
            <a:pPr marL="914400" lvl="1" indent="-32004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TF considers implicit &amp; explicit relationships to define order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endParaRPr/>
          </a:p>
        </p:txBody>
      </p:sp>
      <p:sp>
        <p:nvSpPr>
          <p:cNvPr id="385" name="Google Shape;385;g1fc6489f100_1_97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1fcdc4908fe_0_4"/>
          <p:cNvSpPr txBox="1">
            <a:spLocks noGrp="1"/>
          </p:cNvSpPr>
          <p:nvPr>
            <p:ph type="title"/>
          </p:nvPr>
        </p:nvSpPr>
        <p:spPr>
          <a:xfrm>
            <a:off x="1154953" y="973668"/>
            <a:ext cx="8761500" cy="7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</a:pPr>
            <a:r>
              <a:rPr lang="en-US"/>
              <a:t>Terraform language</a:t>
            </a:r>
            <a:endParaRPr/>
          </a:p>
        </p:txBody>
      </p:sp>
      <p:sp>
        <p:nvSpPr>
          <p:cNvPr id="391" name="Google Shape;391;g1fcdc4908fe_0_4"/>
          <p:cNvSpPr txBox="1">
            <a:spLocks noGrp="1"/>
          </p:cNvSpPr>
          <p:nvPr>
            <p:ph type="body" idx="1"/>
          </p:nvPr>
        </p:nvSpPr>
        <p:spPr>
          <a:xfrm>
            <a:off x="1154954" y="2603500"/>
            <a:ext cx="8082000" cy="37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Blocks represent configuration for some kind of object, like a resource</a:t>
            </a:r>
            <a:endParaRPr/>
          </a:p>
          <a:p>
            <a:pPr marL="914400" marR="0" lvl="1" indent="-32004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Have a ‘block type’</a:t>
            </a:r>
            <a:endParaRPr/>
          </a:p>
          <a:p>
            <a:pPr marL="914400" marR="0" lvl="1" indent="-32004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Zero or more labels</a:t>
            </a:r>
            <a:endParaRPr/>
          </a:p>
          <a:p>
            <a:pPr marL="914400" marR="0" lvl="1" indent="-32004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Have a ‘body’ with any number of arguments and nested blocks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Arguments assign a value to a name</a:t>
            </a:r>
            <a:endParaRPr/>
          </a:p>
          <a:p>
            <a:pPr marL="914400" marR="0" lvl="1" indent="-32004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They appear in blocks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Expressions represent a value</a:t>
            </a:r>
            <a:endParaRPr/>
          </a:p>
          <a:p>
            <a:pPr marL="914400" marR="0" lvl="1" indent="-32004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Literal definition or by referencing and combining other values</a:t>
            </a:r>
            <a:endParaRPr/>
          </a:p>
          <a:p>
            <a:pPr marL="914400" marR="0" lvl="1" indent="-32004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Appear as values for arguments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endParaRPr/>
          </a:p>
        </p:txBody>
      </p:sp>
      <p:sp>
        <p:nvSpPr>
          <p:cNvPr id="392" name="Google Shape;392;g1fcdc4908fe_0_4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1fcdc4908fe_0_18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pic>
        <p:nvPicPr>
          <p:cNvPr id="398" name="Google Shape;398;g1fcdc4908fe_0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2600" y="1800225"/>
            <a:ext cx="8382000" cy="371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1fcdc4908fe_0_30"/>
          <p:cNvSpPr txBox="1">
            <a:spLocks noGrp="1"/>
          </p:cNvSpPr>
          <p:nvPr>
            <p:ph type="title"/>
          </p:nvPr>
        </p:nvSpPr>
        <p:spPr>
          <a:xfrm>
            <a:off x="1154953" y="973668"/>
            <a:ext cx="8761500" cy="7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</a:pPr>
            <a:r>
              <a:rPr lang="en-US"/>
              <a:t>Terraform Resources</a:t>
            </a:r>
            <a:endParaRPr/>
          </a:p>
        </p:txBody>
      </p:sp>
      <p:sp>
        <p:nvSpPr>
          <p:cNvPr id="404" name="Google Shape;404;g1fcdc4908fe_0_30"/>
          <p:cNvSpPr txBox="1">
            <a:spLocks noGrp="1"/>
          </p:cNvSpPr>
          <p:nvPr>
            <p:ph type="body" idx="1"/>
          </p:nvPr>
        </p:nvSpPr>
        <p:spPr>
          <a:xfrm>
            <a:off x="1154954" y="2603500"/>
            <a:ext cx="8082000" cy="37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Resources are the most important element in TF language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They describe infrastructure objets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Syntax: resource &lt;type&gt; &lt;name&gt; { … }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endParaRPr/>
          </a:p>
        </p:txBody>
      </p:sp>
      <p:sp>
        <p:nvSpPr>
          <p:cNvPr id="405" name="Google Shape;405;g1fcdc4908fe_0_30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pic>
        <p:nvPicPr>
          <p:cNvPr id="406" name="Google Shape;406;g1fcdc4908fe_0_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9375" y="4067175"/>
            <a:ext cx="6134100" cy="21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1fe014c6ef0_0_0"/>
          <p:cNvSpPr txBox="1">
            <a:spLocks noGrp="1"/>
          </p:cNvSpPr>
          <p:nvPr>
            <p:ph type="title"/>
          </p:nvPr>
        </p:nvSpPr>
        <p:spPr>
          <a:xfrm>
            <a:off x="1154953" y="973668"/>
            <a:ext cx="8761500" cy="7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</a:pPr>
            <a:r>
              <a:rPr lang="en-US"/>
              <a:t>Terraform State</a:t>
            </a:r>
            <a:endParaRPr/>
          </a:p>
        </p:txBody>
      </p:sp>
      <p:sp>
        <p:nvSpPr>
          <p:cNvPr id="412" name="Google Shape;412;g1fe014c6ef0_0_0"/>
          <p:cNvSpPr txBox="1">
            <a:spLocks noGrp="1"/>
          </p:cNvSpPr>
          <p:nvPr>
            <p:ph type="body" idx="1"/>
          </p:nvPr>
        </p:nvSpPr>
        <p:spPr>
          <a:xfrm>
            <a:off x="1154954" y="2603500"/>
            <a:ext cx="8082000" cy="37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Terraform State maps real world resources to our configuration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Keeps track of metadata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Improves performance for large infrastructures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Stored locally as “terraform.tfstate” or remotely</a:t>
            </a:r>
            <a:endParaRPr/>
          </a:p>
        </p:txBody>
      </p:sp>
      <p:sp>
        <p:nvSpPr>
          <p:cNvPr id="413" name="Google Shape;413;g1fe014c6ef0_0_0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1fcdc4908fe_0_49"/>
          <p:cNvSpPr txBox="1">
            <a:spLocks noGrp="1"/>
          </p:cNvSpPr>
          <p:nvPr>
            <p:ph type="title"/>
          </p:nvPr>
        </p:nvSpPr>
        <p:spPr>
          <a:xfrm>
            <a:off x="1154953" y="973668"/>
            <a:ext cx="8761500" cy="7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</a:pPr>
            <a:r>
              <a:rPr lang="en-US"/>
              <a:t>Terraform Resource Behavior</a:t>
            </a:r>
            <a:endParaRPr/>
          </a:p>
        </p:txBody>
      </p:sp>
      <p:sp>
        <p:nvSpPr>
          <p:cNvPr id="419" name="Google Shape;419;g1fcdc4908fe_0_49"/>
          <p:cNvSpPr txBox="1">
            <a:spLocks noGrp="1"/>
          </p:cNvSpPr>
          <p:nvPr>
            <p:ph type="body" idx="1"/>
          </p:nvPr>
        </p:nvSpPr>
        <p:spPr>
          <a:xfrm>
            <a:off x="1154954" y="2603500"/>
            <a:ext cx="8082000" cy="37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Creating a resource block saves a pointer to the real object in Terraform’s state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For existing resources in TF state, their status is compared with their resource definition and if necessary they are updated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In summary when applying TF configuration we will:</a:t>
            </a:r>
            <a:endParaRPr/>
          </a:p>
          <a:p>
            <a:pPr marL="914400" marR="0" lvl="1" indent="-32004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Create resources that exist in the configuration but are not associated with a real infrastructure object in the state</a:t>
            </a:r>
            <a:endParaRPr/>
          </a:p>
          <a:p>
            <a:pPr marL="914400" marR="0" lvl="1" indent="-32004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Destroy resources that exist in the state but no longer exist in the configuration</a:t>
            </a:r>
            <a:endParaRPr/>
          </a:p>
          <a:p>
            <a:pPr marL="914400" marR="0" lvl="1" indent="-32004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Update in-place resources whose arguments have changed</a:t>
            </a:r>
            <a:endParaRPr/>
          </a:p>
          <a:p>
            <a:pPr marL="914400" marR="0" lvl="1" indent="-32004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Destroy and re-create resources whose arguments have changed but which cannot be updated in-place due to remote API limitations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endParaRPr/>
          </a:p>
        </p:txBody>
      </p:sp>
      <p:sp>
        <p:nvSpPr>
          <p:cNvPr id="420" name="Google Shape;420;g1fcdc4908fe_0_49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1fcdc4908fe_0_39"/>
          <p:cNvSpPr txBox="1">
            <a:spLocks noGrp="1"/>
          </p:cNvSpPr>
          <p:nvPr>
            <p:ph type="title"/>
          </p:nvPr>
        </p:nvSpPr>
        <p:spPr>
          <a:xfrm>
            <a:off x="1154953" y="973668"/>
            <a:ext cx="8761500" cy="7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</a:pPr>
            <a:r>
              <a:rPr lang="en-US"/>
              <a:t>Terraform Providers</a:t>
            </a:r>
            <a:endParaRPr/>
          </a:p>
        </p:txBody>
      </p:sp>
      <p:sp>
        <p:nvSpPr>
          <p:cNvPr id="426" name="Google Shape;426;g1fcdc4908fe_0_39"/>
          <p:cNvSpPr txBox="1">
            <a:spLocks noGrp="1"/>
          </p:cNvSpPr>
          <p:nvPr>
            <p:ph type="body" idx="1"/>
          </p:nvPr>
        </p:nvSpPr>
        <p:spPr>
          <a:xfrm>
            <a:off x="1154954" y="2603500"/>
            <a:ext cx="8082000" cy="37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Each resource type is implemented by a provider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Provider is a TF plugin that offers a collection of resource types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Providers usually manage a single cloud / on-prem infrastructure platform, like Google provider</a:t>
            </a:r>
            <a:endParaRPr/>
          </a:p>
        </p:txBody>
      </p:sp>
      <p:sp>
        <p:nvSpPr>
          <p:cNvPr id="427" name="Google Shape;427;g1fcdc4908fe_0_39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pic>
        <p:nvPicPr>
          <p:cNvPr id="428" name="Google Shape;428;g1fcdc4908fe_0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6550" y="4220800"/>
            <a:ext cx="5962650" cy="21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1fcdc4908fe_0_61"/>
          <p:cNvSpPr txBox="1">
            <a:spLocks noGrp="1"/>
          </p:cNvSpPr>
          <p:nvPr>
            <p:ph type="title"/>
          </p:nvPr>
        </p:nvSpPr>
        <p:spPr>
          <a:xfrm>
            <a:off x="1154953" y="973668"/>
            <a:ext cx="8761500" cy="7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</a:pPr>
            <a:r>
              <a:rPr lang="en-US"/>
              <a:t>Terraform Data Sources</a:t>
            </a:r>
            <a:endParaRPr/>
          </a:p>
        </p:txBody>
      </p:sp>
      <p:sp>
        <p:nvSpPr>
          <p:cNvPr id="434" name="Google Shape;434;g1fcdc4908fe_0_61"/>
          <p:cNvSpPr txBox="1">
            <a:spLocks noGrp="1"/>
          </p:cNvSpPr>
          <p:nvPr>
            <p:ph type="body" idx="1"/>
          </p:nvPr>
        </p:nvSpPr>
        <p:spPr>
          <a:xfrm>
            <a:off x="1154954" y="2603500"/>
            <a:ext cx="8082000" cy="37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Data sources allow Terraform to use information defined outside of Terraform, defined by another separate Terraform configuration, or modified by functions</a:t>
            </a:r>
            <a:endParaRPr/>
          </a:p>
        </p:txBody>
      </p:sp>
      <p:sp>
        <p:nvSpPr>
          <p:cNvPr id="435" name="Google Shape;435;g1fcdc4908fe_0_61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pic>
        <p:nvPicPr>
          <p:cNvPr id="436" name="Google Shape;436;g1fcdc4908fe_0_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3029" y="3861993"/>
            <a:ext cx="2650246" cy="21025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1fcdc4908fe_0_72"/>
          <p:cNvSpPr txBox="1">
            <a:spLocks noGrp="1"/>
          </p:cNvSpPr>
          <p:nvPr>
            <p:ph type="title"/>
          </p:nvPr>
        </p:nvSpPr>
        <p:spPr>
          <a:xfrm>
            <a:off x="1154953" y="973668"/>
            <a:ext cx="8761500" cy="7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</a:pPr>
            <a:r>
              <a:rPr lang="en-US"/>
              <a:t>Terraform Meta-arguments</a:t>
            </a:r>
            <a:endParaRPr/>
          </a:p>
        </p:txBody>
      </p:sp>
      <p:sp>
        <p:nvSpPr>
          <p:cNvPr id="442" name="Google Shape;442;g1fcdc4908fe_0_72"/>
          <p:cNvSpPr txBox="1">
            <a:spLocks noGrp="1"/>
          </p:cNvSpPr>
          <p:nvPr>
            <p:ph type="body" idx="1"/>
          </p:nvPr>
        </p:nvSpPr>
        <p:spPr>
          <a:xfrm>
            <a:off x="1154954" y="2603500"/>
            <a:ext cx="8082000" cy="37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depends_on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count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foreach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provider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lifecycle</a:t>
            </a:r>
            <a:endParaRPr/>
          </a:p>
        </p:txBody>
      </p:sp>
      <p:sp>
        <p:nvSpPr>
          <p:cNvPr id="443" name="Google Shape;443;g1fcdc4908fe_0_72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1fcdc4908fe_0_79"/>
          <p:cNvSpPr txBox="1">
            <a:spLocks noGrp="1"/>
          </p:cNvSpPr>
          <p:nvPr>
            <p:ph type="title"/>
          </p:nvPr>
        </p:nvSpPr>
        <p:spPr>
          <a:xfrm>
            <a:off x="1154953" y="973668"/>
            <a:ext cx="8761500" cy="7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</a:pPr>
            <a:r>
              <a:rPr lang="en-US"/>
              <a:t>Terraform Modules</a:t>
            </a:r>
            <a:endParaRPr/>
          </a:p>
        </p:txBody>
      </p:sp>
      <p:sp>
        <p:nvSpPr>
          <p:cNvPr id="449" name="Google Shape;449;g1fcdc4908fe_0_79"/>
          <p:cNvSpPr txBox="1">
            <a:spLocks noGrp="1"/>
          </p:cNvSpPr>
          <p:nvPr>
            <p:ph type="body" idx="1"/>
          </p:nvPr>
        </p:nvSpPr>
        <p:spPr>
          <a:xfrm>
            <a:off x="1154954" y="2603500"/>
            <a:ext cx="8082000" cy="37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Modules are containers for multiple resources used together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Collection of .tf and / or .tf.json files together in a directory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Main way to package and reuse resource configurations in TF</a:t>
            </a:r>
            <a:endParaRPr/>
          </a:p>
        </p:txBody>
      </p:sp>
      <p:sp>
        <p:nvSpPr>
          <p:cNvPr id="450" name="Google Shape;450;g1fcdc4908fe_0_79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1fcdc4908fe_0_86"/>
          <p:cNvSpPr txBox="1">
            <a:spLocks noGrp="1"/>
          </p:cNvSpPr>
          <p:nvPr>
            <p:ph type="title"/>
          </p:nvPr>
        </p:nvSpPr>
        <p:spPr>
          <a:xfrm>
            <a:off x="1154953" y="973668"/>
            <a:ext cx="8761500" cy="7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</a:pPr>
            <a:r>
              <a:rPr lang="en-US"/>
              <a:t>Terraform Variables and Outputs</a:t>
            </a:r>
            <a:endParaRPr/>
          </a:p>
        </p:txBody>
      </p:sp>
      <p:sp>
        <p:nvSpPr>
          <p:cNvPr id="456" name="Google Shape;456;g1fcdc4908fe_0_86"/>
          <p:cNvSpPr txBox="1">
            <a:spLocks noGrp="1"/>
          </p:cNvSpPr>
          <p:nvPr>
            <p:ph type="body" idx="1"/>
          </p:nvPr>
        </p:nvSpPr>
        <p:spPr>
          <a:xfrm>
            <a:off x="1154954" y="2603500"/>
            <a:ext cx="8082000" cy="37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 b="1"/>
              <a:t>Input variables: </a:t>
            </a:r>
            <a:r>
              <a:rPr lang="en-US"/>
              <a:t>parameters for a TF module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 b="1"/>
              <a:t>Output Values: </a:t>
            </a:r>
            <a:r>
              <a:rPr lang="en-US"/>
              <a:t>return values for TF modules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 b="1"/>
              <a:t>Local Values:</a:t>
            </a:r>
            <a:r>
              <a:rPr lang="en-US"/>
              <a:t> convenience feature for assigning a short name to an expression</a:t>
            </a:r>
            <a:endParaRPr/>
          </a:p>
        </p:txBody>
      </p:sp>
      <p:sp>
        <p:nvSpPr>
          <p:cNvPr id="457" name="Google Shape;457;g1fcdc4908fe_0_86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1fcdc4908fe_0_93"/>
          <p:cNvSpPr txBox="1">
            <a:spLocks noGrp="1"/>
          </p:cNvSpPr>
          <p:nvPr>
            <p:ph type="title"/>
          </p:nvPr>
        </p:nvSpPr>
        <p:spPr>
          <a:xfrm>
            <a:off x="1154953" y="973668"/>
            <a:ext cx="8761500" cy="7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</a:pPr>
            <a:r>
              <a:rPr lang="en-US"/>
              <a:t>Terraform Expressions and Functions</a:t>
            </a:r>
            <a:endParaRPr/>
          </a:p>
        </p:txBody>
      </p:sp>
      <p:sp>
        <p:nvSpPr>
          <p:cNvPr id="463" name="Google Shape;463;g1fcdc4908fe_0_93"/>
          <p:cNvSpPr txBox="1">
            <a:spLocks noGrp="1"/>
          </p:cNvSpPr>
          <p:nvPr>
            <p:ph type="body" idx="1"/>
          </p:nvPr>
        </p:nvSpPr>
        <p:spPr>
          <a:xfrm>
            <a:off x="1154954" y="2603500"/>
            <a:ext cx="8082000" cy="37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Terraform supports expressions:</a:t>
            </a:r>
            <a:endParaRPr/>
          </a:p>
          <a:p>
            <a:pPr marL="914400" marR="0" lvl="1" indent="-32004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Can be literal values like ‘5’ or ‘my-namespace’</a:t>
            </a:r>
            <a:endParaRPr/>
          </a:p>
          <a:p>
            <a:pPr marL="914400" marR="0" lvl="1" indent="-32004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Can be complex expressions like references to resource attributes or data sources</a:t>
            </a:r>
            <a:endParaRPr/>
          </a:p>
          <a:p>
            <a:pPr marL="914400" marR="0" lvl="1" indent="-32004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Include ‘for’ loops and conditional expressions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The Terraform language has a number of built-in functions </a:t>
            </a:r>
            <a:endParaRPr/>
          </a:p>
          <a:p>
            <a:pPr marL="914400" marR="0" lvl="1" indent="-32004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Transform and combine values</a:t>
            </a:r>
            <a:endParaRPr/>
          </a:p>
          <a:p>
            <a:pPr marL="914400" marR="0" lvl="1" indent="-32004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Similar to operators</a:t>
            </a:r>
            <a:endParaRPr/>
          </a:p>
          <a:p>
            <a:pPr marL="914400" marR="0" lvl="1" indent="-32004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Syntax like: &lt;FUNCTION NAME&gt;(&lt;ARGUMENT 1&gt;, &lt;ARGUMENT 2&gt;)</a:t>
            </a:r>
            <a:endParaRPr/>
          </a:p>
        </p:txBody>
      </p:sp>
      <p:sp>
        <p:nvSpPr>
          <p:cNvPr id="464" name="Google Shape;464;g1fcdc4908fe_0_93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1fcdc4908fe_0_24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pic>
        <p:nvPicPr>
          <p:cNvPr id="470" name="Google Shape;470;g1fcdc4908fe_0_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7975" y="152400"/>
            <a:ext cx="6170784" cy="6553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Ion Boardroom">
  <a:themeElements>
    <a:clrScheme name="Ion Boardroom">
      <a:dk1>
        <a:srgbClr val="000000"/>
      </a:dk1>
      <a:lt1>
        <a:srgbClr val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1131</Words>
  <Application>Microsoft Macintosh PowerPoint</Application>
  <PresentationFormat>Widescreen</PresentationFormat>
  <Paragraphs>182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Arial</vt:lpstr>
      <vt:lpstr>Permanent Marker</vt:lpstr>
      <vt:lpstr>Montserrat</vt:lpstr>
      <vt:lpstr>Century Gothic</vt:lpstr>
      <vt:lpstr>Noto Sans Symbols</vt:lpstr>
      <vt:lpstr>Ion Boardroom</vt:lpstr>
      <vt:lpstr>Infrastructure as Code</vt:lpstr>
      <vt:lpstr>Infrastructure as Code</vt:lpstr>
      <vt:lpstr>What is Infrastructure as Code</vt:lpstr>
      <vt:lpstr>Infrastructure as Code</vt:lpstr>
      <vt:lpstr>Before IaC</vt:lpstr>
      <vt:lpstr>What changed?</vt:lpstr>
      <vt:lpstr>Benefits of IaC</vt:lpstr>
      <vt:lpstr>Importance of IaC</vt:lpstr>
      <vt:lpstr>IaC: Imperative vs Declarative</vt:lpstr>
      <vt:lpstr>Types of IaC</vt:lpstr>
      <vt:lpstr>IaC best practices</vt:lpstr>
      <vt:lpstr>IaC tools</vt:lpstr>
      <vt:lpstr>Terraform</vt:lpstr>
      <vt:lpstr>What is Terraform?</vt:lpstr>
      <vt:lpstr>Terraform key features</vt:lpstr>
      <vt:lpstr>Terraform: how it works</vt:lpstr>
      <vt:lpstr>Terraform workflow</vt:lpstr>
      <vt:lpstr>PowerPoint Presentation</vt:lpstr>
      <vt:lpstr>Terraform language</vt:lpstr>
      <vt:lpstr>Terraform language</vt:lpstr>
      <vt:lpstr>PowerPoint Presentation</vt:lpstr>
      <vt:lpstr>Terraform Resources</vt:lpstr>
      <vt:lpstr>Terraform State</vt:lpstr>
      <vt:lpstr>Terraform Resource Behavior</vt:lpstr>
      <vt:lpstr>Terraform Providers</vt:lpstr>
      <vt:lpstr>Terraform Data Sources</vt:lpstr>
      <vt:lpstr>Terraform Meta-arguments</vt:lpstr>
      <vt:lpstr>Terraform Modules</vt:lpstr>
      <vt:lpstr>Terraform Variables and Outputs</vt:lpstr>
      <vt:lpstr>Terraform Expressions and Functions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Motasem Aldiab</dc:creator>
  <cp:lastModifiedBy>AlDiab, Motasem -</cp:lastModifiedBy>
  <cp:revision>1</cp:revision>
  <dcterms:created xsi:type="dcterms:W3CDTF">2019-07-12T13:14:50Z</dcterms:created>
  <dcterms:modified xsi:type="dcterms:W3CDTF">2025-09-30T21:32:22Z</dcterms:modified>
</cp:coreProperties>
</file>